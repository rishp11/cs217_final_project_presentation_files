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58BD-0C24-65D7-3643-157C61BE6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86DE2-C7A0-6285-EAE1-BD2821A52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7D676-8D38-760E-82F3-5F6DDC93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3534E-3494-70E6-4212-4F433207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C4E07-ED59-7B6C-6676-EA068C9A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6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EC18-17B2-E4EA-C9F8-C15AB0822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3009E-8B3D-E63E-D700-F628DAB6D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640F6-1852-4EDB-18B2-25A304AA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86D42-2D6F-D5E6-FA36-835774C4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A564E-D5C7-314D-1B46-34621FDB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10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9C8B-7411-1431-2CAE-0217F34A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D810A-14AF-33CB-6D95-24FA6F7D4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C6C15-4F41-0D39-A5A8-9FCBE461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9DD91-771B-2727-47CD-3001F6D3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8F80D-28D0-AC3D-D588-7A7CF44B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84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2CCD-CFDF-ACB2-FE69-16E965D5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E9E13-AB70-3602-AFD2-D61BA1F87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EDF92-E228-DC72-1A01-268D73539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26EC0-4EDB-8D86-9799-926360CA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1DFC7-C328-07DE-6CFB-9F5F34A1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80FE3-263F-8F67-963F-0768F39C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58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E798-0135-A9BC-E825-67971F1D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635CA-7952-8704-56F7-692A437A6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EC77F-BBDC-38F6-69F4-2D89F174B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979E9-4368-D130-03C9-583C5B13C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61688-EABD-6267-CFF3-2C9CEEDD0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57406-BC99-211B-E4DB-D28C6981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832E3-B6EB-7EF3-DD67-B76DED0E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E4A03-7615-BCA9-8541-0C70D580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2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0DC7-2ED0-B15A-3997-BBA4E04AC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41147-6D9B-DEB8-050B-66A9AE51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6E632-04CF-2FD6-40A4-A1DFF967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DB4AE-C749-4080-011F-946AE809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3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E4D6E-C9EE-2004-6B7D-0880ED4B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7171F-98CF-28E7-1ABB-25EE3836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2B698-FFEE-6593-9997-D7CFC011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2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BAE3-B006-6973-72F1-6D119F78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A9F5C-BCEB-FD6E-4EE1-373A7B335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57C7D-1F05-5DFF-E585-C1B42DC37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2FDEE-9C69-27C5-36CB-B16E57B2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4B37C-DB50-5A76-8716-35344239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29A5A-AF12-B6BD-104E-1FC8BB30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79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B142-79CD-7746-6F62-4CB74DB9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A9493-0A11-84F5-D388-AECAF99FC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1F078-28DE-C4C5-F83E-F66055E91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62E53-DD84-75EF-DF92-404CEB80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13922-0E25-D228-40C2-945D56E3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92FB6-2CEC-D918-236F-20003F6C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4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84A0-96EB-3013-5DBF-7F3892FE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9F7C5-9E3C-0487-828B-1BE5A9BA2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E60B0-E214-A8DB-4308-2F4B2091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F55D1-34F4-2BCF-F0F8-F857F04E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25E8B-9B8C-5FCB-0AAB-62CEC612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3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8C577-A9AB-9B2A-FF00-5F97F22B3B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6D41F-EA00-AD23-BD4B-7F729CF93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8CDE1-8DC0-07A2-D139-F488907D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BC0C9-0591-1233-6C50-966D711D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B6936-AE24-CB73-7BC6-A300F0AC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42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9F567-82B8-95B8-EC8A-E348FB61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72B72-666D-FDBB-75ED-05EE279A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D4467-1643-8F1B-BB0A-0395769C0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5BC8E-BF63-4482-BFC0-AAE246F3AB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1618-CE3E-65AD-8206-1616428F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63D89-1DAF-565F-F06B-D985EF910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4218A-43A4-41EC-B2FC-2A49A9FE3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3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F3156-B72E-C95C-B07A-7AC101FA9E11}"/>
              </a:ext>
            </a:extLst>
          </p:cNvPr>
          <p:cNvSpPr/>
          <p:nvPr/>
        </p:nvSpPr>
        <p:spPr>
          <a:xfrm>
            <a:off x="658368" y="356616"/>
            <a:ext cx="11006328" cy="524865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Source Sans 3 Light" panose="020B03030304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38916-6850-BF66-AB34-F6A5250EB2DA}"/>
              </a:ext>
            </a:extLst>
          </p:cNvPr>
          <p:cNvSpPr/>
          <p:nvPr/>
        </p:nvSpPr>
        <p:spPr>
          <a:xfrm>
            <a:off x="4485132" y="502920"/>
            <a:ext cx="3352800" cy="119481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Interrupt (IRQ)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28DE7-7767-8857-769D-D776C34F6C99}"/>
              </a:ext>
            </a:extLst>
          </p:cNvPr>
          <p:cNvSpPr/>
          <p:nvPr/>
        </p:nvSpPr>
        <p:spPr>
          <a:xfrm>
            <a:off x="6294120" y="1844040"/>
            <a:ext cx="5239512" cy="25176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dirty="0" err="1">
                <a:latin typeface="Source Sans 3 Light" panose="020B0303030403020204" pitchFamily="34" charset="0"/>
              </a:rPr>
              <a:t>GBPartition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5674BA-21D7-065D-C2D2-0528A81BE985}"/>
              </a:ext>
            </a:extLst>
          </p:cNvPr>
          <p:cNvSpPr/>
          <p:nvPr/>
        </p:nvSpPr>
        <p:spPr>
          <a:xfrm>
            <a:off x="856488" y="1844040"/>
            <a:ext cx="5239512" cy="25176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dirty="0" err="1">
                <a:latin typeface="Source Sans 3 Light" panose="020B0303030403020204" pitchFamily="34" charset="0"/>
              </a:rPr>
              <a:t>PEPartition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679A09-A053-1CB9-B894-4FE6541A8576}"/>
              </a:ext>
            </a:extLst>
          </p:cNvPr>
          <p:cNvSpPr/>
          <p:nvPr/>
        </p:nvSpPr>
        <p:spPr>
          <a:xfrm>
            <a:off x="856488" y="4483608"/>
            <a:ext cx="10677144" cy="100279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Source Sans 3 Light" panose="020B0303030403020204" pitchFamily="34" charset="0"/>
              </a:rPr>
              <a:t>Databus</a:t>
            </a:r>
            <a:endParaRPr lang="en-IN" dirty="0">
              <a:latin typeface="Source Sans 3 Light" panose="020B0303030403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8A8164-5F48-64F3-6D10-12ECC9C3ECEE}"/>
              </a:ext>
            </a:extLst>
          </p:cNvPr>
          <p:cNvCxnSpPr>
            <a:cxnSpLocks/>
          </p:cNvCxnSpPr>
          <p:nvPr/>
        </p:nvCxnSpPr>
        <p:spPr>
          <a:xfrm>
            <a:off x="3300984" y="4142232"/>
            <a:ext cx="0" cy="667512"/>
          </a:xfrm>
          <a:prstGeom prst="straightConnector1">
            <a:avLst/>
          </a:prstGeom>
          <a:ln w="12700"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211B85-BC00-F149-49BF-CE0B3A573885}"/>
              </a:ext>
            </a:extLst>
          </p:cNvPr>
          <p:cNvCxnSpPr>
            <a:cxnSpLocks/>
          </p:cNvCxnSpPr>
          <p:nvPr/>
        </p:nvCxnSpPr>
        <p:spPr>
          <a:xfrm>
            <a:off x="9159240" y="4149852"/>
            <a:ext cx="0" cy="667512"/>
          </a:xfrm>
          <a:prstGeom prst="straightConnector1">
            <a:avLst/>
          </a:prstGeom>
          <a:ln w="12700"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8D14ED5-2076-DEBD-8416-BE32CE0C0064}"/>
              </a:ext>
            </a:extLst>
          </p:cNvPr>
          <p:cNvCxnSpPr>
            <a:cxnSpLocks/>
            <a:stCxn id="6" idx="0"/>
            <a:endCxn id="5" idx="3"/>
          </p:cNvCxnSpPr>
          <p:nvPr/>
        </p:nvCxnSpPr>
        <p:spPr>
          <a:xfrm rot="16200000" flipV="1">
            <a:off x="8004048" y="934212"/>
            <a:ext cx="743712" cy="1075944"/>
          </a:xfrm>
          <a:prstGeom prst="bentConnector2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D93D57-63D9-4286-6A22-8773AFC9B020}"/>
              </a:ext>
            </a:extLst>
          </p:cNvPr>
          <p:cNvSpPr txBox="1"/>
          <p:nvPr/>
        </p:nvSpPr>
        <p:spPr>
          <a:xfrm>
            <a:off x="9081516" y="921234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gb_done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5F23B-18E1-9706-6E9C-947CBD39F528}"/>
              </a:ext>
            </a:extLst>
          </p:cNvPr>
          <p:cNvSpPr txBox="1"/>
          <p:nvPr/>
        </p:nvSpPr>
        <p:spPr>
          <a:xfrm>
            <a:off x="856488" y="50292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Source Sans 3 Light" panose="020B0303030403020204" pitchFamily="34" charset="0"/>
              </a:rPr>
              <a:t>Top</a:t>
            </a:r>
          </a:p>
        </p:txBody>
      </p:sp>
    </p:spTree>
    <p:extLst>
      <p:ext uri="{BB962C8B-B14F-4D97-AF65-F5344CB8AC3E}">
        <p14:creationId xmlns:p14="http://schemas.microsoft.com/office/powerpoint/2010/main" val="401134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2CC7CE-91AF-85B4-1D1F-455920F36F4D}"/>
              </a:ext>
            </a:extLst>
          </p:cNvPr>
          <p:cNvSpPr/>
          <p:nvPr/>
        </p:nvSpPr>
        <p:spPr>
          <a:xfrm>
            <a:off x="374904" y="219456"/>
            <a:ext cx="11265408" cy="630021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FBC7B-335E-3E24-0210-3B7B8D813BE0}"/>
              </a:ext>
            </a:extLst>
          </p:cNvPr>
          <p:cNvSpPr txBox="1"/>
          <p:nvPr/>
        </p:nvSpPr>
        <p:spPr>
          <a:xfrm>
            <a:off x="551688" y="338328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PEPartition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90C01-5ACB-5357-8136-0829C02162D0}"/>
              </a:ext>
            </a:extLst>
          </p:cNvPr>
          <p:cNvSpPr/>
          <p:nvPr/>
        </p:nvSpPr>
        <p:spPr>
          <a:xfrm>
            <a:off x="210312" y="859536"/>
            <a:ext cx="466344" cy="48097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AXI Interface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269E4-EE47-7830-E66D-393F6AC8C5CA}"/>
              </a:ext>
            </a:extLst>
          </p:cNvPr>
          <p:cNvSpPr/>
          <p:nvPr/>
        </p:nvSpPr>
        <p:spPr>
          <a:xfrm>
            <a:off x="1408176" y="859536"/>
            <a:ext cx="1229824" cy="48097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AXI2RVA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017E3-AE72-C9A8-BA18-9A33F430FB27}"/>
              </a:ext>
            </a:extLst>
          </p:cNvPr>
          <p:cNvSpPr/>
          <p:nvPr/>
        </p:nvSpPr>
        <p:spPr>
          <a:xfrm>
            <a:off x="2959608" y="402336"/>
            <a:ext cx="8479536" cy="597103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D5A020-98C1-F5B5-F6D0-65ED0977336B}"/>
              </a:ext>
            </a:extLst>
          </p:cNvPr>
          <p:cNvSpPr txBox="1"/>
          <p:nvPr/>
        </p:nvSpPr>
        <p:spPr>
          <a:xfrm>
            <a:off x="3136392" y="490204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PEModule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CD1472-BC3F-FA5A-AFEA-145DE7978160}"/>
              </a:ext>
            </a:extLst>
          </p:cNvPr>
          <p:cNvSpPr/>
          <p:nvPr/>
        </p:nvSpPr>
        <p:spPr>
          <a:xfrm>
            <a:off x="3369520" y="1709928"/>
            <a:ext cx="1229824" cy="31089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PERVA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2463BB-4FF0-F881-BC5C-A96AE4DCE278}"/>
              </a:ext>
            </a:extLst>
          </p:cNvPr>
          <p:cNvSpPr/>
          <p:nvPr/>
        </p:nvSpPr>
        <p:spPr>
          <a:xfrm>
            <a:off x="6472384" y="674870"/>
            <a:ext cx="4783880" cy="347829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PECore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29D9AD-95B7-7536-1FAD-8F7CB745E2FE}"/>
              </a:ext>
            </a:extLst>
          </p:cNvPr>
          <p:cNvSpPr/>
          <p:nvPr/>
        </p:nvSpPr>
        <p:spPr>
          <a:xfrm>
            <a:off x="6472384" y="4343400"/>
            <a:ext cx="4783880" cy="183973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Source Sans 3 Light" panose="020B0303030403020204" pitchFamily="34" charset="0"/>
              </a:rPr>
              <a:t>ActUnit</a:t>
            </a:r>
            <a:endParaRPr lang="en-IN" dirty="0">
              <a:latin typeface="Source Sans 3 Light" panose="020B0303030403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513124-8ED8-2064-0FA3-90AEB70AB2A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76656" y="3264408"/>
            <a:ext cx="731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E5A55D-7D6C-F9C7-E997-1188A94C02C8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638000" y="3264408"/>
            <a:ext cx="731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79BF3B-580D-5DFF-7E3C-FCCB44AF56C2}"/>
              </a:ext>
            </a:extLst>
          </p:cNvPr>
          <p:cNvCxnSpPr>
            <a:cxnSpLocks/>
          </p:cNvCxnSpPr>
          <p:nvPr/>
        </p:nvCxnSpPr>
        <p:spPr>
          <a:xfrm flipV="1">
            <a:off x="8957288" y="3767328"/>
            <a:ext cx="0" cy="9235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9354A0-CF03-640B-A575-642AC45AD487}"/>
              </a:ext>
            </a:extLst>
          </p:cNvPr>
          <p:cNvCxnSpPr>
            <a:cxnSpLocks/>
          </p:cNvCxnSpPr>
          <p:nvPr/>
        </p:nvCxnSpPr>
        <p:spPr>
          <a:xfrm>
            <a:off x="4599344" y="1889760"/>
            <a:ext cx="1873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4E9493-94F6-AD1F-66F3-566EF99A8704}"/>
              </a:ext>
            </a:extLst>
          </p:cNvPr>
          <p:cNvCxnSpPr>
            <a:cxnSpLocks/>
          </p:cNvCxnSpPr>
          <p:nvPr/>
        </p:nvCxnSpPr>
        <p:spPr>
          <a:xfrm>
            <a:off x="4599344" y="4611624"/>
            <a:ext cx="1873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BA673-6E22-7010-A0F9-0D89C7F0F4DD}"/>
              </a:ext>
            </a:extLst>
          </p:cNvPr>
          <p:cNvSpPr/>
          <p:nvPr/>
        </p:nvSpPr>
        <p:spPr>
          <a:xfrm>
            <a:off x="6549782" y="735091"/>
            <a:ext cx="1795642" cy="156004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Weight Buffer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19C69D-3365-5821-8CE4-CD2250E0F109}"/>
              </a:ext>
            </a:extLst>
          </p:cNvPr>
          <p:cNvSpPr/>
          <p:nvPr/>
        </p:nvSpPr>
        <p:spPr>
          <a:xfrm>
            <a:off x="6549782" y="2355359"/>
            <a:ext cx="332512" cy="160856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70315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BA005CEB-944E-74B1-7420-EAC5408609C1}"/>
              </a:ext>
            </a:extLst>
          </p:cNvPr>
          <p:cNvGrpSpPr/>
          <p:nvPr/>
        </p:nvGrpSpPr>
        <p:grpSpPr>
          <a:xfrm>
            <a:off x="210312" y="137160"/>
            <a:ext cx="11704320" cy="6318504"/>
            <a:chOff x="210312" y="137160"/>
            <a:chExt cx="11704320" cy="63185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1EBF915-E8F2-F43F-50B8-2F0A83D47E49}"/>
                </a:ext>
              </a:extLst>
            </p:cNvPr>
            <p:cNvSpPr/>
            <p:nvPr/>
          </p:nvSpPr>
          <p:spPr>
            <a:xfrm>
              <a:off x="338328" y="137160"/>
              <a:ext cx="11576304" cy="631850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33C2F7-F62E-1CC6-4907-D1DD7EC46299}"/>
                </a:ext>
              </a:extLst>
            </p:cNvPr>
            <p:cNvSpPr txBox="1"/>
            <p:nvPr/>
          </p:nvSpPr>
          <p:spPr>
            <a:xfrm>
              <a:off x="551688" y="338328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>
                  <a:latin typeface="Source Sans 3 Light" panose="020B0303030403020204" pitchFamily="34" charset="0"/>
                </a:rPr>
                <a:t>GBPartition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26BF4A-7CDD-3F8E-C43C-DBBFEFCC118F}"/>
                </a:ext>
              </a:extLst>
            </p:cNvPr>
            <p:cNvSpPr/>
            <p:nvPr/>
          </p:nvSpPr>
          <p:spPr>
            <a:xfrm>
              <a:off x="210312" y="859536"/>
              <a:ext cx="466344" cy="48097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AXI Interface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A7C13A-82BC-5328-FF36-7A79690C2847}"/>
                </a:ext>
              </a:extLst>
            </p:cNvPr>
            <p:cNvSpPr/>
            <p:nvPr/>
          </p:nvSpPr>
          <p:spPr>
            <a:xfrm>
              <a:off x="1408176" y="859536"/>
              <a:ext cx="1229824" cy="480974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AXI2RVA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D5CEE3-DF89-0A6A-7049-7F6E7188B9D8}"/>
                </a:ext>
              </a:extLst>
            </p:cNvPr>
            <p:cNvSpPr/>
            <p:nvPr/>
          </p:nvSpPr>
          <p:spPr>
            <a:xfrm>
              <a:off x="2959608" y="402336"/>
              <a:ext cx="8827008" cy="5870448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Source Sans 3 Light" panose="020B030303040302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31B3B94-C879-7327-7C67-186B844631CD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676656" y="3264408"/>
              <a:ext cx="73152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52CEA18-9BCE-7C8B-F7A2-60DD931430F5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2638000" y="3264408"/>
              <a:ext cx="73152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22D12E-9FE0-5543-1E16-82DB1ADE7C13}"/>
                </a:ext>
              </a:extLst>
            </p:cNvPr>
            <p:cNvSpPr txBox="1"/>
            <p:nvPr/>
          </p:nvSpPr>
          <p:spPr>
            <a:xfrm>
              <a:off x="3081528" y="490204"/>
              <a:ext cx="1157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>
                  <a:latin typeface="Source Sans 3 Light" panose="020B0303030403020204" pitchFamily="34" charset="0"/>
                </a:rPr>
                <a:t>GBModule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F3D2A0-5A12-4554-80F6-0B1065C25626}"/>
                </a:ext>
              </a:extLst>
            </p:cNvPr>
            <p:cNvSpPr/>
            <p:nvPr/>
          </p:nvSpPr>
          <p:spPr>
            <a:xfrm>
              <a:off x="3369520" y="1709928"/>
              <a:ext cx="1229824" cy="310896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Source Sans 3 Light" panose="020B0303030403020204" pitchFamily="34" charset="0"/>
                </a:rPr>
                <a:t>GBControl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A3B6C5-021C-8DB7-EC2C-C526840448F4}"/>
                </a:ext>
              </a:extLst>
            </p:cNvPr>
            <p:cNvSpPr/>
            <p:nvPr/>
          </p:nvSpPr>
          <p:spPr>
            <a:xfrm>
              <a:off x="5112976" y="996696"/>
              <a:ext cx="4526280" cy="4535424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Source Sans 3 Light" panose="020B0303030403020204" pitchFamily="34" charset="0"/>
                </a:rPr>
                <a:t>GBCore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A22CC24-EF0A-A0A7-A5C2-7041F0D521FE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4599344" y="3264408"/>
              <a:ext cx="51363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EFAE388-7D48-34F6-FA3B-91DF8DB9E0DD}"/>
                </a:ext>
              </a:extLst>
            </p:cNvPr>
            <p:cNvSpPr/>
            <p:nvPr/>
          </p:nvSpPr>
          <p:spPr>
            <a:xfrm>
              <a:off x="9903692" y="996696"/>
              <a:ext cx="1472184" cy="15453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NMP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C604FA9-BBAA-8EF5-0548-BC833EC1A35E}"/>
                </a:ext>
              </a:extLst>
            </p:cNvPr>
            <p:cNvCxnSpPr>
              <a:cxnSpLocks/>
            </p:cNvCxnSpPr>
            <p:nvPr/>
          </p:nvCxnSpPr>
          <p:spPr>
            <a:xfrm>
              <a:off x="9463256" y="1783080"/>
              <a:ext cx="61264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33CADB-0B7B-E727-5016-8661D930E1C7}"/>
                </a:ext>
              </a:extLst>
            </p:cNvPr>
            <p:cNvSpPr/>
            <p:nvPr/>
          </p:nvSpPr>
          <p:spPr>
            <a:xfrm>
              <a:off x="9903692" y="2807206"/>
              <a:ext cx="1472184" cy="2724913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FF0000"/>
                  </a:solidFill>
                  <a:latin typeface="Source Sans 3 Light" panose="020B0303030403020204" pitchFamily="34" charset="0"/>
                </a:rPr>
                <a:t>Fused</a:t>
              </a:r>
            </a:p>
            <a:p>
              <a:pPr algn="ctr"/>
              <a:r>
                <a:rPr lang="en-IN" dirty="0">
                  <a:solidFill>
                    <a:srgbClr val="FF0000"/>
                  </a:solidFill>
                  <a:latin typeface="Source Sans 3 Light" panose="020B0303030403020204" pitchFamily="34" charset="0"/>
                </a:rPr>
                <a:t>Attention</a:t>
              </a:r>
            </a:p>
            <a:p>
              <a:pPr algn="ctr"/>
              <a:r>
                <a:rPr lang="en-IN" dirty="0">
                  <a:solidFill>
                    <a:srgbClr val="FF0000"/>
                  </a:solidFill>
                  <a:latin typeface="Source Sans 3 Light" panose="020B0303030403020204" pitchFamily="34" charset="0"/>
                </a:rPr>
                <a:t>Processing</a:t>
              </a:r>
            </a:p>
            <a:p>
              <a:pPr algn="ctr"/>
              <a:r>
                <a:rPr lang="en-IN" dirty="0">
                  <a:solidFill>
                    <a:srgbClr val="FF0000"/>
                  </a:solidFill>
                  <a:latin typeface="Source Sans 3 Light" panose="020B0303030403020204" pitchFamily="34" charset="0"/>
                </a:rPr>
                <a:t>Unit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C7B49C-8F13-CD9E-CE81-6A1959D3368F}"/>
                </a:ext>
              </a:extLst>
            </p:cNvPr>
            <p:cNvCxnSpPr>
              <a:cxnSpLocks/>
            </p:cNvCxnSpPr>
            <p:nvPr/>
          </p:nvCxnSpPr>
          <p:spPr>
            <a:xfrm>
              <a:off x="9463256" y="4169663"/>
              <a:ext cx="61264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2334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16C4-0F61-1C32-A511-05684B47A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52195"/>
          </a:xfrm>
        </p:spPr>
        <p:txBody>
          <a:bodyPr>
            <a:normAutofit/>
          </a:bodyPr>
          <a:lstStyle/>
          <a:p>
            <a:r>
              <a:rPr lang="en-IN" dirty="0"/>
              <a:t>Scaled Dot-Product Attention Kernel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55EC5-EBE3-B851-C641-56E0687BED85}"/>
              </a:ext>
            </a:extLst>
          </p:cNvPr>
          <p:cNvSpPr/>
          <p:nvPr/>
        </p:nvSpPr>
        <p:spPr>
          <a:xfrm>
            <a:off x="414528" y="2762123"/>
            <a:ext cx="2240280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Input Activation from GB Core (through Control)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A1636-F116-4969-C0F4-4DC434463138}"/>
              </a:ext>
            </a:extLst>
          </p:cNvPr>
          <p:cNvSpPr/>
          <p:nvPr/>
        </p:nvSpPr>
        <p:spPr>
          <a:xfrm>
            <a:off x="3150108" y="2762123"/>
            <a:ext cx="2240280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Source Sans 3 Light" panose="020B0303030403020204" pitchFamily="34" charset="0"/>
              </a:rPr>
              <a:t>PEPartition</a:t>
            </a:r>
            <a:endParaRPr lang="en-IN" dirty="0">
              <a:latin typeface="Source Sans 3 Light" panose="020B0303030403020204" pitchFamily="34" charset="0"/>
            </a:endParaRPr>
          </a:p>
          <a:p>
            <a:pPr algn="ctr"/>
            <a:r>
              <a:rPr lang="en-IN" dirty="0">
                <a:latin typeface="Source Sans 3 Light" panose="020B0303030403020204" pitchFamily="34" charset="0"/>
              </a:rPr>
              <a:t>(PECore + </a:t>
            </a:r>
            <a:r>
              <a:rPr lang="en-IN" dirty="0" err="1">
                <a:latin typeface="Source Sans 3 Light" panose="020B0303030403020204" pitchFamily="34" charset="0"/>
              </a:rPr>
              <a:t>ActUnit</a:t>
            </a:r>
            <a:r>
              <a:rPr lang="en-IN" dirty="0">
                <a:latin typeface="Source Sans 3 Light" panose="020B0303030403020204" pitchFamily="34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120CCE-7DDE-91DB-7060-370A97FD4B7C}"/>
              </a:ext>
            </a:extLst>
          </p:cNvPr>
          <p:cNvSpPr/>
          <p:nvPr/>
        </p:nvSpPr>
        <p:spPr>
          <a:xfrm>
            <a:off x="6557772" y="2762123"/>
            <a:ext cx="1842387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Source Sans 3 Light" panose="020B0303030403020204" pitchFamily="34" charset="0"/>
              </a:rPr>
              <a:t>GBCore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70591-97C1-742F-2313-301B33F78A47}"/>
              </a:ext>
            </a:extLst>
          </p:cNvPr>
          <p:cNvSpPr/>
          <p:nvPr/>
        </p:nvSpPr>
        <p:spPr>
          <a:xfrm>
            <a:off x="8666923" y="2762123"/>
            <a:ext cx="1842387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NMP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460A24-221A-9D82-A83B-4708D8480BB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654808" y="3219323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F9D201-F3EF-9862-22D3-3CD522E1360F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390388" y="3219323"/>
            <a:ext cx="1167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309B5D-A12C-E87D-DE7A-97508BD0231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400159" y="3219323"/>
            <a:ext cx="266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E5E10D-92DA-BF02-C03C-F56EE3A2F7B2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10509310" y="3219323"/>
            <a:ext cx="3780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D772B8-66C1-6638-0EAD-C7106FBD77F1}"/>
              </a:ext>
            </a:extLst>
          </p:cNvPr>
          <p:cNvSpPr txBox="1"/>
          <p:nvPr/>
        </p:nvSpPr>
        <p:spPr>
          <a:xfrm>
            <a:off x="5390388" y="2849991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GBControl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707AD0-1DDD-C50D-D1A5-E17FC137E8A8}"/>
              </a:ext>
            </a:extLst>
          </p:cNvPr>
          <p:cNvSpPr txBox="1"/>
          <p:nvPr/>
        </p:nvSpPr>
        <p:spPr>
          <a:xfrm>
            <a:off x="10887327" y="303465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GBCore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F85098-090F-5AE3-653E-AF1D7C94B2FA}"/>
              </a:ext>
            </a:extLst>
          </p:cNvPr>
          <p:cNvSpPr/>
          <p:nvPr/>
        </p:nvSpPr>
        <p:spPr>
          <a:xfrm>
            <a:off x="3150108" y="4102719"/>
            <a:ext cx="2240280" cy="174093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ource Sans 3 Light" panose="020B0303030403020204" pitchFamily="34" charset="0"/>
              </a:rPr>
              <a:t>Loading Weight</a:t>
            </a:r>
          </a:p>
          <a:p>
            <a:pPr algn="ctr"/>
            <a:r>
              <a:rPr lang="en-IN" dirty="0">
                <a:latin typeface="Source Sans 3 Light" panose="020B0303030403020204" pitchFamily="34" charset="0"/>
              </a:rPr>
              <a:t>Buffer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231EA5-CC09-EEE2-A4EE-9AFE3541F44B}"/>
              </a:ext>
            </a:extLst>
          </p:cNvPr>
          <p:cNvCxnSpPr>
            <a:cxnSpLocks/>
            <a:stCxn id="37" idx="0"/>
            <a:endCxn id="6" idx="2"/>
          </p:cNvCxnSpPr>
          <p:nvPr/>
        </p:nvCxnSpPr>
        <p:spPr>
          <a:xfrm flipV="1">
            <a:off x="4270248" y="3676523"/>
            <a:ext cx="0" cy="42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10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0BB1-4E90-3C5D-205E-460FAACAB217}"/>
              </a:ext>
            </a:extLst>
          </p:cNvPr>
          <p:cNvSpPr txBox="1">
            <a:spLocks/>
          </p:cNvSpPr>
          <p:nvPr/>
        </p:nvSpPr>
        <p:spPr>
          <a:xfrm>
            <a:off x="129443" y="123066"/>
            <a:ext cx="10515600" cy="105219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Scaled Dot-Product Attention Kernel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793D9D9-FE30-4C8F-9DDF-C5FA4014E0A5}"/>
              </a:ext>
            </a:extLst>
          </p:cNvPr>
          <p:cNvGrpSpPr/>
          <p:nvPr/>
        </p:nvGrpSpPr>
        <p:grpSpPr>
          <a:xfrm>
            <a:off x="707395" y="1189355"/>
            <a:ext cx="10433045" cy="2424311"/>
            <a:chOff x="707395" y="1189355"/>
            <a:chExt cx="10433045" cy="242431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23EFBD-8802-82B7-4D9F-B772DF4B577E}"/>
                </a:ext>
              </a:extLst>
            </p:cNvPr>
            <p:cNvSpPr/>
            <p:nvPr/>
          </p:nvSpPr>
          <p:spPr>
            <a:xfrm>
              <a:off x="1380744" y="1875155"/>
              <a:ext cx="1106424" cy="105219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Source Sans 3 Light" panose="020B0303030403020204" pitchFamily="34" charset="0"/>
                </a:rPr>
                <a:t>MatMul</a:t>
              </a:r>
              <a:endParaRPr lang="en-IN" dirty="0">
                <a:latin typeface="Source Sans 3 Light" panose="020B0303030403020204" pitchFamily="34" charset="0"/>
              </a:endParaRPr>
            </a:p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+Scaling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7455426-992C-936D-2E05-53C7F1C51198}"/>
                </a:ext>
              </a:extLst>
            </p:cNvPr>
            <p:cNvCxnSpPr>
              <a:cxnSpLocks/>
              <a:stCxn id="40" idx="3"/>
              <a:endCxn id="23" idx="1"/>
            </p:cNvCxnSpPr>
            <p:nvPr/>
          </p:nvCxnSpPr>
          <p:spPr>
            <a:xfrm>
              <a:off x="1042743" y="2401252"/>
              <a:ext cx="338001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12AA8B2-C6C3-9FC0-35FB-567E5688B80A}"/>
                </a:ext>
              </a:extLst>
            </p:cNvPr>
            <p:cNvCxnSpPr>
              <a:cxnSpLocks/>
              <a:stCxn id="41" idx="0"/>
              <a:endCxn id="23" idx="2"/>
            </p:cNvCxnSpPr>
            <p:nvPr/>
          </p:nvCxnSpPr>
          <p:spPr>
            <a:xfrm flipH="1" flipV="1">
              <a:off x="1933956" y="2927349"/>
              <a:ext cx="6349" cy="316985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E3EA7DD-1699-43DA-D94D-E8F2BC94AA8C}"/>
                </a:ext>
              </a:extLst>
            </p:cNvPr>
            <p:cNvSpPr txBox="1"/>
            <p:nvPr/>
          </p:nvSpPr>
          <p:spPr>
            <a:xfrm>
              <a:off x="707395" y="2216586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Q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63CD7B9-3C4C-E218-EE2A-B3D58F557A97}"/>
                </a:ext>
              </a:extLst>
            </p:cNvPr>
            <p:cNvSpPr txBox="1"/>
            <p:nvPr/>
          </p:nvSpPr>
          <p:spPr>
            <a:xfrm>
              <a:off x="1730216" y="3244334"/>
              <a:ext cx="4201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K</a:t>
              </a:r>
              <a:r>
                <a:rPr lang="en-IN" baseline="30000" dirty="0">
                  <a:latin typeface="Source Sans 3 Light" panose="020B0303030403020204" pitchFamily="34" charset="0"/>
                </a:rPr>
                <a:t>T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F9AAE9A-6E2D-4A6E-B42E-4AB12D06AA15}"/>
                </a:ext>
              </a:extLst>
            </p:cNvPr>
            <p:cNvSpPr/>
            <p:nvPr/>
          </p:nvSpPr>
          <p:spPr>
            <a:xfrm>
              <a:off x="4834031" y="1875155"/>
              <a:ext cx="1106424" cy="105219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Source Sans 3 Light" panose="020B0303030403020204" pitchFamily="34" charset="0"/>
                </a:rPr>
                <a:t>Softmax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F2F1838-7919-DD10-A776-86A538C7A343}"/>
                </a:ext>
              </a:extLst>
            </p:cNvPr>
            <p:cNvSpPr/>
            <p:nvPr/>
          </p:nvSpPr>
          <p:spPr>
            <a:xfrm>
              <a:off x="8287318" y="1875155"/>
              <a:ext cx="1106424" cy="105219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Source Sans 3 Light" panose="020B0303030403020204" pitchFamily="34" charset="0"/>
                </a:rPr>
                <a:t>MatMul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C12B0A1-CD9C-7C34-662D-75AA37468740}"/>
                </a:ext>
              </a:extLst>
            </p:cNvPr>
            <p:cNvCxnSpPr>
              <a:cxnSpLocks/>
              <a:stCxn id="23" idx="3"/>
              <a:endCxn id="46" idx="1"/>
            </p:cNvCxnSpPr>
            <p:nvPr/>
          </p:nvCxnSpPr>
          <p:spPr>
            <a:xfrm>
              <a:off x="2487168" y="2401252"/>
              <a:ext cx="818956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DF6247-A6CA-F940-F594-162ADBBA355F}"/>
                </a:ext>
              </a:extLst>
            </p:cNvPr>
            <p:cNvSpPr/>
            <p:nvPr/>
          </p:nvSpPr>
          <p:spPr>
            <a:xfrm>
              <a:off x="3306124" y="2141596"/>
              <a:ext cx="708951" cy="519311"/>
            </a:xfrm>
            <a:prstGeom prst="rect">
              <a:avLst/>
            </a:prstGeom>
            <a:noFill/>
            <a:ln w="952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2">
                      <a:lumMod val="90000"/>
                    </a:schemeClr>
                  </a:solidFill>
                  <a:latin typeface="Source Sans 3 Light" panose="020B0303030403020204" pitchFamily="34" charset="0"/>
                </a:rPr>
                <a:t>GB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C01009E-FE28-FE75-5FBB-B3BC06C05E8B}"/>
                </a:ext>
              </a:extLst>
            </p:cNvPr>
            <p:cNvSpPr/>
            <p:nvPr/>
          </p:nvSpPr>
          <p:spPr>
            <a:xfrm>
              <a:off x="6759411" y="2134810"/>
              <a:ext cx="708951" cy="519311"/>
            </a:xfrm>
            <a:prstGeom prst="rect">
              <a:avLst/>
            </a:prstGeom>
            <a:noFill/>
            <a:ln w="952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bg2">
                      <a:lumMod val="90000"/>
                    </a:schemeClr>
                  </a:solidFill>
                  <a:latin typeface="Source Sans 3 Light" panose="020B0303030403020204" pitchFamily="34" charset="0"/>
                </a:rPr>
                <a:t>GB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C563F8B-262A-3944-BD07-E5DBFF3C0F1D}"/>
                </a:ext>
              </a:extLst>
            </p:cNvPr>
            <p:cNvCxnSpPr>
              <a:cxnSpLocks/>
              <a:stCxn id="46" idx="3"/>
              <a:endCxn id="42" idx="1"/>
            </p:cNvCxnSpPr>
            <p:nvPr/>
          </p:nvCxnSpPr>
          <p:spPr>
            <a:xfrm>
              <a:off x="4015075" y="2401252"/>
              <a:ext cx="818956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D9CDC6D-3183-300F-462D-ECFAFCD30C8B}"/>
                </a:ext>
              </a:extLst>
            </p:cNvPr>
            <p:cNvCxnSpPr>
              <a:cxnSpLocks/>
              <a:stCxn id="42" idx="3"/>
              <a:endCxn id="47" idx="1"/>
            </p:cNvCxnSpPr>
            <p:nvPr/>
          </p:nvCxnSpPr>
          <p:spPr>
            <a:xfrm flipV="1">
              <a:off x="5940455" y="2394466"/>
              <a:ext cx="818956" cy="6786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808B0D7-13EE-63D3-C1DF-B895351B4F25}"/>
                </a:ext>
              </a:extLst>
            </p:cNvPr>
            <p:cNvCxnSpPr>
              <a:cxnSpLocks/>
              <a:stCxn id="47" idx="3"/>
              <a:endCxn id="43" idx="1"/>
            </p:cNvCxnSpPr>
            <p:nvPr/>
          </p:nvCxnSpPr>
          <p:spPr>
            <a:xfrm>
              <a:off x="7468362" y="2394466"/>
              <a:ext cx="818956" cy="6786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D4BDC86-B00F-3973-0816-2B9CA733DD98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 flipV="1">
              <a:off x="9393742" y="2394465"/>
              <a:ext cx="426914" cy="6787"/>
            </a:xfrm>
            <a:prstGeom prst="straightConnector1">
              <a:avLst/>
            </a:prstGeom>
            <a:ln w="12700"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8F02C15-97E4-9A3F-A372-5A2F1A611BA1}"/>
                </a:ext>
              </a:extLst>
            </p:cNvPr>
            <p:cNvSpPr/>
            <p:nvPr/>
          </p:nvSpPr>
          <p:spPr>
            <a:xfrm>
              <a:off x="9821501" y="2141595"/>
              <a:ext cx="1318939" cy="51931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  <a:latin typeface="Source Sans 3 Light" panose="020B0303030403020204" pitchFamily="34" charset="0"/>
                </a:rPr>
                <a:t>GB/PE</a:t>
              </a:r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CBDFFBC4-4C47-FA8A-2647-FC8BDC9E0879}"/>
                </a:ext>
              </a:extLst>
            </p:cNvPr>
            <p:cNvCxnSpPr>
              <a:cxnSpLocks/>
              <a:stCxn id="23" idx="0"/>
              <a:endCxn id="42" idx="0"/>
            </p:cNvCxnSpPr>
            <p:nvPr/>
          </p:nvCxnSpPr>
          <p:spPr>
            <a:xfrm rot="5400000" flipH="1" flipV="1">
              <a:off x="3660599" y="148512"/>
              <a:ext cx="12700" cy="3453287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69E171A7-D6B7-4E2B-917B-FD4BF8075D0F}"/>
                </a:ext>
              </a:extLst>
            </p:cNvPr>
            <p:cNvCxnSpPr>
              <a:cxnSpLocks/>
              <a:stCxn id="42" idx="2"/>
              <a:endCxn id="43" idx="2"/>
            </p:cNvCxnSpPr>
            <p:nvPr/>
          </p:nvCxnSpPr>
          <p:spPr>
            <a:xfrm rot="16200000" flipH="1">
              <a:off x="7113886" y="1200705"/>
              <a:ext cx="12700" cy="3453287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0DB003D-542B-65F1-82FA-0B5AE962F52F}"/>
                </a:ext>
              </a:extLst>
            </p:cNvPr>
            <p:cNvCxnSpPr>
              <a:cxnSpLocks/>
              <a:stCxn id="88" idx="2"/>
              <a:endCxn id="43" idx="0"/>
            </p:cNvCxnSpPr>
            <p:nvPr/>
          </p:nvCxnSpPr>
          <p:spPr>
            <a:xfrm flipH="1">
              <a:off x="8840530" y="1558687"/>
              <a:ext cx="6350" cy="31646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3EFE8CB-6B4A-F74C-C4C3-0F9090717BF3}"/>
                </a:ext>
              </a:extLst>
            </p:cNvPr>
            <p:cNvSpPr txBox="1"/>
            <p:nvPr/>
          </p:nvSpPr>
          <p:spPr>
            <a:xfrm>
              <a:off x="8653525" y="1189355"/>
              <a:ext cx="3867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32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1BA08C-10B1-3C4A-AF62-20318184F69C}"/>
              </a:ext>
            </a:extLst>
          </p:cNvPr>
          <p:cNvSpPr/>
          <p:nvPr/>
        </p:nvSpPr>
        <p:spPr>
          <a:xfrm>
            <a:off x="2497393" y="1659193"/>
            <a:ext cx="7197213" cy="353961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Source Sans 3 Light" panose="020B0303030403020204" pitchFamily="34" charset="0"/>
              </a:rPr>
              <a:t>Attention Unit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348B3-0FE8-5DB9-6CCE-93C0B9923DA5}"/>
              </a:ext>
            </a:extLst>
          </p:cNvPr>
          <p:cNvSpPr txBox="1"/>
          <p:nvPr/>
        </p:nvSpPr>
        <p:spPr>
          <a:xfrm>
            <a:off x="2649793" y="3244334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attn_start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54D26-4548-CC73-DDBB-AD72AD152A1D}"/>
              </a:ext>
            </a:extLst>
          </p:cNvPr>
          <p:cNvSpPr txBox="1"/>
          <p:nvPr/>
        </p:nvSpPr>
        <p:spPr>
          <a:xfrm>
            <a:off x="8109764" y="2050026"/>
            <a:ext cx="143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 err="1">
                <a:latin typeface="Source Sans 3 Light" panose="020B0303030403020204" pitchFamily="34" charset="0"/>
              </a:rPr>
              <a:t>attn_rva_out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E34D5-EB58-DA75-DA3B-8FFD2CF77F13}"/>
              </a:ext>
            </a:extLst>
          </p:cNvPr>
          <p:cNvSpPr txBox="1"/>
          <p:nvPr/>
        </p:nvSpPr>
        <p:spPr>
          <a:xfrm>
            <a:off x="2649793" y="2050026"/>
            <a:ext cx="128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attn_rva_in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C396C-74A1-5A0E-800E-DC257E48E6F4}"/>
              </a:ext>
            </a:extLst>
          </p:cNvPr>
          <p:cNvSpPr txBox="1"/>
          <p:nvPr/>
        </p:nvSpPr>
        <p:spPr>
          <a:xfrm>
            <a:off x="8348098" y="3244055"/>
            <a:ext cx="119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 err="1">
                <a:latin typeface="Source Sans 3 Light" panose="020B0303030403020204" pitchFamily="34" charset="0"/>
              </a:rPr>
              <a:t>attn_done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66AF4-DF0D-2F35-ABE0-E71F529452DC}"/>
              </a:ext>
            </a:extLst>
          </p:cNvPr>
          <p:cNvSpPr txBox="1"/>
          <p:nvPr/>
        </p:nvSpPr>
        <p:spPr>
          <a:xfrm>
            <a:off x="2649793" y="4438643"/>
            <a:ext cx="160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Source Sans 3 Light" panose="020B0303030403020204" pitchFamily="34" charset="0"/>
              </a:rPr>
              <a:t>attn_large_req</a:t>
            </a:r>
            <a:endParaRPr lang="en-IN" dirty="0">
              <a:latin typeface="Source Sans 3 Light" panose="020B03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E634A-9822-2B21-1142-C916383C9ACB}"/>
              </a:ext>
            </a:extLst>
          </p:cNvPr>
          <p:cNvSpPr txBox="1"/>
          <p:nvPr/>
        </p:nvSpPr>
        <p:spPr>
          <a:xfrm>
            <a:off x="7942474" y="4438643"/>
            <a:ext cx="15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 err="1">
                <a:latin typeface="Source Sans 3 Light" panose="020B0303030403020204" pitchFamily="34" charset="0"/>
              </a:rPr>
              <a:t>attn_large_rsp</a:t>
            </a:r>
            <a:endParaRPr lang="en-IN" dirty="0">
              <a:latin typeface="Source Sans 3 Light" panose="020B0303030403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81E0E5-21BF-99CD-6848-87C6937B1BA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41755" y="2234692"/>
            <a:ext cx="4080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D4ECD4-3C35-E813-016B-5F1745DBC01D}"/>
              </a:ext>
            </a:extLst>
          </p:cNvPr>
          <p:cNvCxnSpPr>
            <a:cxnSpLocks/>
          </p:cNvCxnSpPr>
          <p:nvPr/>
        </p:nvCxnSpPr>
        <p:spPr>
          <a:xfrm>
            <a:off x="2241755" y="3428721"/>
            <a:ext cx="4080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48C9B1-1192-23A9-44B4-DB6A7C27EF8D}"/>
              </a:ext>
            </a:extLst>
          </p:cNvPr>
          <p:cNvCxnSpPr>
            <a:cxnSpLocks/>
          </p:cNvCxnSpPr>
          <p:nvPr/>
        </p:nvCxnSpPr>
        <p:spPr>
          <a:xfrm>
            <a:off x="2241755" y="4623309"/>
            <a:ext cx="4080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10323E-1CAE-FF31-3CE0-1427462E5828}"/>
              </a:ext>
            </a:extLst>
          </p:cNvPr>
          <p:cNvCxnSpPr>
            <a:cxnSpLocks/>
          </p:cNvCxnSpPr>
          <p:nvPr/>
        </p:nvCxnSpPr>
        <p:spPr>
          <a:xfrm>
            <a:off x="9542207" y="2232545"/>
            <a:ext cx="4080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5EF8A6-3F49-01CD-05E0-6397E88E6F96}"/>
              </a:ext>
            </a:extLst>
          </p:cNvPr>
          <p:cNvCxnSpPr>
            <a:cxnSpLocks/>
          </p:cNvCxnSpPr>
          <p:nvPr/>
        </p:nvCxnSpPr>
        <p:spPr>
          <a:xfrm>
            <a:off x="9542207" y="3428721"/>
            <a:ext cx="4080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22E430-C234-37B3-71DB-7EF06BBC5CA9}"/>
              </a:ext>
            </a:extLst>
          </p:cNvPr>
          <p:cNvCxnSpPr>
            <a:cxnSpLocks/>
          </p:cNvCxnSpPr>
          <p:nvPr/>
        </p:nvCxnSpPr>
        <p:spPr>
          <a:xfrm>
            <a:off x="9542207" y="4623309"/>
            <a:ext cx="4080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70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8CC142B-F2C5-78A3-59B8-E49A1D19BF51}"/>
              </a:ext>
            </a:extLst>
          </p:cNvPr>
          <p:cNvSpPr txBox="1"/>
          <p:nvPr/>
        </p:nvSpPr>
        <p:spPr>
          <a:xfrm>
            <a:off x="3267100" y="6309636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Source Sans 3 Light" panose="020B0303030403020204" pitchFamily="34" charset="0"/>
              </a:rPr>
              <a:t>16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706F90-945C-E138-1622-18004F258F4E}"/>
              </a:ext>
            </a:extLst>
          </p:cNvPr>
          <p:cNvGrpSpPr/>
          <p:nvPr/>
        </p:nvGrpSpPr>
        <p:grpSpPr>
          <a:xfrm>
            <a:off x="992811" y="290049"/>
            <a:ext cx="10348147" cy="6019587"/>
            <a:chOff x="992811" y="290049"/>
            <a:chExt cx="10348147" cy="60195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3DD11-C392-152E-9900-5B762159B231}"/>
                </a:ext>
              </a:extLst>
            </p:cNvPr>
            <p:cNvSpPr/>
            <p:nvPr/>
          </p:nvSpPr>
          <p:spPr>
            <a:xfrm>
              <a:off x="2762864" y="290049"/>
              <a:ext cx="1440000" cy="14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Q</a:t>
              </a:r>
              <a:r>
                <a:rPr lang="en-IN" baseline="-25000" dirty="0">
                  <a:latin typeface="Source Sans 3 Light" panose="020B0303030403020204" pitchFamily="34" charset="0"/>
                </a:rPr>
                <a:t>0:15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48A273-033A-42FF-37F9-115F66BD0557}"/>
                </a:ext>
              </a:extLst>
            </p:cNvPr>
            <p:cNvSpPr/>
            <p:nvPr/>
          </p:nvSpPr>
          <p:spPr>
            <a:xfrm>
              <a:off x="2762865" y="1730050"/>
              <a:ext cx="1440000" cy="14400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Q</a:t>
              </a:r>
              <a:r>
                <a:rPr lang="en-IN" baseline="-25000" dirty="0">
                  <a:latin typeface="Source Sans 3 Light" panose="020B0303030403020204" pitchFamily="34" charset="0"/>
                </a:rPr>
                <a:t>16:31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1D1AC7-30FD-8EE6-B8B5-4F0CB249F68A}"/>
                </a:ext>
              </a:extLst>
            </p:cNvPr>
            <p:cNvSpPr/>
            <p:nvPr/>
          </p:nvSpPr>
          <p:spPr>
            <a:xfrm>
              <a:off x="2762864" y="3170050"/>
              <a:ext cx="1440000" cy="14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Q</a:t>
              </a:r>
              <a:r>
                <a:rPr lang="en-IN" baseline="-25000" dirty="0">
                  <a:latin typeface="Source Sans 3 Light" panose="020B0303030403020204" pitchFamily="34" charset="0"/>
                </a:rPr>
                <a:t>32:47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D0D4BA-B497-EE1F-832F-7037581C6221}"/>
                </a:ext>
              </a:extLst>
            </p:cNvPr>
            <p:cNvSpPr/>
            <p:nvPr/>
          </p:nvSpPr>
          <p:spPr>
            <a:xfrm>
              <a:off x="2762864" y="4610050"/>
              <a:ext cx="1440000" cy="1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Q</a:t>
              </a:r>
              <a:r>
                <a:rPr lang="en-IN" baseline="-25000" dirty="0">
                  <a:latin typeface="Source Sans 3 Light" panose="020B0303030403020204" pitchFamily="34" charset="0"/>
                </a:rPr>
                <a:t>48:63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0826D7E-3815-B632-F77A-229F1DC27F1D}"/>
                </a:ext>
              </a:extLst>
            </p:cNvPr>
            <p:cNvCxnSpPr>
              <a:cxnSpLocks/>
            </p:cNvCxnSpPr>
            <p:nvPr/>
          </p:nvCxnSpPr>
          <p:spPr>
            <a:xfrm>
              <a:off x="2460309" y="290049"/>
              <a:ext cx="0" cy="576000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9EF567B-EA2D-C5A7-DEE6-00FC3B8CDB9E}"/>
                </a:ext>
              </a:extLst>
            </p:cNvPr>
            <p:cNvCxnSpPr>
              <a:cxnSpLocks/>
            </p:cNvCxnSpPr>
            <p:nvPr/>
          </p:nvCxnSpPr>
          <p:spPr>
            <a:xfrm>
              <a:off x="2762864" y="6309636"/>
              <a:ext cx="144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F6D612F-F468-9405-0E1D-66E00AA45F10}"/>
                </a:ext>
              </a:extLst>
            </p:cNvPr>
            <p:cNvSpPr txBox="1"/>
            <p:nvPr/>
          </p:nvSpPr>
          <p:spPr>
            <a:xfrm>
              <a:off x="2005781" y="2900516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64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54C71C7-67F3-2FEF-FFFE-13FDD6000F8D}"/>
                </a:ext>
              </a:extLst>
            </p:cNvPr>
            <p:cNvCxnSpPr>
              <a:cxnSpLocks/>
            </p:cNvCxnSpPr>
            <p:nvPr/>
          </p:nvCxnSpPr>
          <p:spPr>
            <a:xfrm>
              <a:off x="10935078" y="290049"/>
              <a:ext cx="0" cy="14400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D0C37F-F3F8-C12A-F013-C530D29D6158}"/>
                </a:ext>
              </a:extLst>
            </p:cNvPr>
            <p:cNvSpPr txBox="1"/>
            <p:nvPr/>
          </p:nvSpPr>
          <p:spPr>
            <a:xfrm>
              <a:off x="10935078" y="825383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16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AC8382C-0A7C-F0EE-0290-496E556E05F8}"/>
                </a:ext>
              </a:extLst>
            </p:cNvPr>
            <p:cNvSpPr/>
            <p:nvPr/>
          </p:nvSpPr>
          <p:spPr>
            <a:xfrm>
              <a:off x="9258252" y="290049"/>
              <a:ext cx="1440000" cy="14400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K</a:t>
              </a:r>
              <a:r>
                <a:rPr lang="en-IN" baseline="-25000" dirty="0">
                  <a:latin typeface="Source Sans 3 Light" panose="020B0303030403020204" pitchFamily="34" charset="0"/>
                </a:rPr>
                <a:t>48:63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FF2BF40-DBA2-A682-4B73-A9C2404E0C7B}"/>
                </a:ext>
              </a:extLst>
            </p:cNvPr>
            <p:cNvCxnSpPr>
              <a:cxnSpLocks/>
            </p:cNvCxnSpPr>
            <p:nvPr/>
          </p:nvCxnSpPr>
          <p:spPr>
            <a:xfrm>
              <a:off x="4938252" y="1904785"/>
              <a:ext cx="57600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4D95AD-CE01-FD56-482C-7A394AE17CCD}"/>
                </a:ext>
              </a:extLst>
            </p:cNvPr>
            <p:cNvSpPr txBox="1"/>
            <p:nvPr/>
          </p:nvSpPr>
          <p:spPr>
            <a:xfrm>
              <a:off x="7602488" y="1904785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64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C4B383-6087-A668-85EC-46B2FDBB20DE}"/>
                </a:ext>
              </a:extLst>
            </p:cNvPr>
            <p:cNvSpPr/>
            <p:nvPr/>
          </p:nvSpPr>
          <p:spPr>
            <a:xfrm>
              <a:off x="4938252" y="290049"/>
              <a:ext cx="1440000" cy="14400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K</a:t>
              </a:r>
              <a:r>
                <a:rPr lang="en-IN" baseline="-25000" dirty="0">
                  <a:latin typeface="Source Sans 3 Light" panose="020B0303030403020204" pitchFamily="34" charset="0"/>
                </a:rPr>
                <a:t>0:15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A8FA84B-9FE7-230F-02FA-0D90B6398633}"/>
                </a:ext>
              </a:extLst>
            </p:cNvPr>
            <p:cNvSpPr/>
            <p:nvPr/>
          </p:nvSpPr>
          <p:spPr>
            <a:xfrm>
              <a:off x="6378252" y="290049"/>
              <a:ext cx="1440000" cy="14400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K</a:t>
              </a:r>
              <a:r>
                <a:rPr lang="en-IN" baseline="-25000" dirty="0">
                  <a:latin typeface="Source Sans 3 Light" panose="020B0303030403020204" pitchFamily="34" charset="0"/>
                </a:rPr>
                <a:t>16:31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A5C5DA-0995-5B56-A4BF-5E4890A04716}"/>
                </a:ext>
              </a:extLst>
            </p:cNvPr>
            <p:cNvSpPr/>
            <p:nvPr/>
          </p:nvSpPr>
          <p:spPr>
            <a:xfrm>
              <a:off x="7818252" y="290049"/>
              <a:ext cx="1440000" cy="14400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Source Sans 3 Light" panose="020B0303030403020204" pitchFamily="34" charset="0"/>
                </a:rPr>
                <a:t>K</a:t>
              </a:r>
              <a:r>
                <a:rPr lang="en-IN" baseline="-25000" dirty="0">
                  <a:latin typeface="Source Sans 3 Light" panose="020B0303030403020204" pitchFamily="34" charset="0"/>
                </a:rPr>
                <a:t>32:47</a:t>
              </a:r>
              <a:endParaRPr lang="en-IN" dirty="0">
                <a:latin typeface="Source Sans 3 Light" panose="020B03030304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FFF160C-EB6A-135D-19A0-D55CFD1E5AEB}"/>
                </a:ext>
              </a:extLst>
            </p:cNvPr>
            <p:cNvSpPr txBox="1"/>
            <p:nvPr/>
          </p:nvSpPr>
          <p:spPr>
            <a:xfrm>
              <a:off x="7311767" y="2274117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K Matrix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5BFF2D-3FAF-4AC4-99AF-6A79396C81A5}"/>
                </a:ext>
              </a:extLst>
            </p:cNvPr>
            <p:cNvSpPr txBox="1"/>
            <p:nvPr/>
          </p:nvSpPr>
          <p:spPr>
            <a:xfrm>
              <a:off x="992811" y="2900516"/>
              <a:ext cx="949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Q Matrix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6856DFD-916A-5FE7-C29E-8154D0E0B7E8}"/>
                </a:ext>
              </a:extLst>
            </p:cNvPr>
            <p:cNvSpPr txBox="1"/>
            <p:nvPr/>
          </p:nvSpPr>
          <p:spPr>
            <a:xfrm>
              <a:off x="4565393" y="3705384"/>
              <a:ext cx="7457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Q Tile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A6D9264-DCED-5322-CED6-1A125A0046F9}"/>
                </a:ext>
              </a:extLst>
            </p:cNvPr>
            <p:cNvSpPr txBox="1"/>
            <p:nvPr/>
          </p:nvSpPr>
          <p:spPr>
            <a:xfrm>
              <a:off x="6096000" y="2715850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Source Sans 3 Light" panose="020B0303030403020204" pitchFamily="34" charset="0"/>
                </a:rPr>
                <a:t>K Tile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1DD14DE-C572-FE40-12D5-24A1C5D5BA93}"/>
                </a:ext>
              </a:extLst>
            </p:cNvPr>
            <p:cNvCxnSpPr>
              <a:cxnSpLocks/>
              <a:stCxn id="33" idx="0"/>
              <a:endCxn id="6" idx="3"/>
            </p:cNvCxnSpPr>
            <p:nvPr/>
          </p:nvCxnSpPr>
          <p:spPr>
            <a:xfrm flipH="1" flipV="1">
              <a:off x="4202865" y="2450050"/>
              <a:ext cx="735387" cy="1255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992FC6-6CCF-0D45-A159-CCFA8B7B14C1}"/>
                </a:ext>
              </a:extLst>
            </p:cNvPr>
            <p:cNvCxnSpPr>
              <a:cxnSpLocks/>
              <a:stCxn id="34" idx="0"/>
              <a:endCxn id="28" idx="2"/>
            </p:cNvCxnSpPr>
            <p:nvPr/>
          </p:nvCxnSpPr>
          <p:spPr>
            <a:xfrm flipV="1">
              <a:off x="6454432" y="1730049"/>
              <a:ext cx="643820" cy="9858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2835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DC99E4-451B-3233-1115-6336F6B65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73198"/>
              </p:ext>
            </p:extLst>
          </p:nvPr>
        </p:nvGraphicFramePr>
        <p:xfrm>
          <a:off x="2743200" y="656658"/>
          <a:ext cx="5918199" cy="2452272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532090828"/>
                    </a:ext>
                  </a:extLst>
                </a:gridCol>
                <a:gridCol w="3062451">
                  <a:extLst>
                    <a:ext uri="{9D8B030D-6E8A-4147-A177-3AD203B41FA5}">
                      <a16:colId xmlns:a16="http://schemas.microsoft.com/office/drawing/2014/main" val="3132906562"/>
                    </a:ext>
                  </a:extLst>
                </a:gridCol>
                <a:gridCol w="2227098">
                  <a:extLst>
                    <a:ext uri="{9D8B030D-6E8A-4147-A177-3AD203B41FA5}">
                      <a16:colId xmlns:a16="http://schemas.microsoft.com/office/drawing/2014/main" val="841784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Architecture</a:t>
                      </a:r>
                      <a:endParaRPr lang="en-IN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Key Pros</a:t>
                      </a:r>
                      <a:endParaRPr lang="en-IN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Key Cons</a:t>
                      </a:r>
                      <a:endParaRPr lang="en-IN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39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CPU</a:t>
                      </a:r>
                      <a:endParaRPr lang="en-IN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High flexibility, program-ability. Low-cost due to high production volume. </a:t>
                      </a: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Low parallelism; highly inefficient for large matrix math. Limited to &lt;200 cores.</a:t>
                      </a:r>
                    </a:p>
                  </a:txBody>
                  <a:tcPr marL="38967" marR="38967" marT="51956" marB="51956" anchor="ctr"/>
                </a:tc>
                <a:extLst>
                  <a:ext uri="{0D108BD9-81ED-4DB2-BD59-A6C34878D82A}">
                    <a16:rowId xmlns:a16="http://schemas.microsoft.com/office/drawing/2014/main" val="1540818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GPU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Massive parallelism; most mature software ecosystem (CUDA). </a:t>
                      </a: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High power consumption/heat; expensive; often memory-bandwidth bound for LLMs; low utilization.</a:t>
                      </a:r>
                    </a:p>
                  </a:txBody>
                  <a:tcPr marL="38967" marR="38967" marT="51956" marB="51956" anchor="ctr"/>
                </a:tc>
                <a:extLst>
                  <a:ext uri="{0D108BD9-81ED-4DB2-BD59-A6C34878D82A}">
                    <a16:rowId xmlns:a16="http://schemas.microsoft.com/office/drawing/2014/main" val="45476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NPU/TPU</a:t>
                      </a:r>
                      <a:endParaRPr lang="en-IN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Built specifically for neural networks; extremely low power and latency.</a:t>
                      </a: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Limited flexibility; usually inference-only; fragmented software tools. Proprietary (Google Cloud/Edge); restricted to specific frameworks (JAX/TensorFlow).</a:t>
                      </a:r>
                    </a:p>
                    <a:p>
                      <a:pPr rtl="0">
                        <a:buNone/>
                      </a:pP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/>
                </a:tc>
                <a:extLst>
                  <a:ext uri="{0D108BD9-81ED-4DB2-BD59-A6C34878D82A}">
                    <a16:rowId xmlns:a16="http://schemas.microsoft.com/office/drawing/2014/main" val="3245779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FPGA</a:t>
                      </a:r>
                      <a:endParaRPr lang="en-IN" sz="800" dirty="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Reconfigurable logic; deterministic latency; "streaming" data processing.</a:t>
                      </a: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High development complexity (Verilog/VHDL/HLS); lower clock speeds than ASICs. Cost a strong function of capability. </a:t>
                      </a:r>
                    </a:p>
                  </a:txBody>
                  <a:tcPr marL="38967" marR="38967" marT="51956" marB="51956" anchor="ctr"/>
                </a:tc>
                <a:extLst>
                  <a:ext uri="{0D108BD9-81ED-4DB2-BD59-A6C34878D82A}">
                    <a16:rowId xmlns:a16="http://schemas.microsoft.com/office/drawing/2014/main" val="1603246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ASIC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Source Sans 3 Light" panose="020B0303030403020204" pitchFamily="34" charset="0"/>
                      </a:endParaRP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Highest possible efficiency (TOPS/W); lowest per-unit cost at massive scale.</a:t>
                      </a:r>
                    </a:p>
                  </a:txBody>
                  <a:tcPr marL="38967" marR="38967" marT="51956" marB="5195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Source Sans 3 Light" panose="020B0303030403020204" pitchFamily="34" charset="0"/>
                        </a:rPr>
                        <a:t>Zero flexibility after tape-out; massive NRE costs; 1–2 year design cycle. </a:t>
                      </a:r>
                    </a:p>
                  </a:txBody>
                  <a:tcPr marL="38967" marR="38967" marT="51956" marB="51956" anchor="ctr"/>
                </a:tc>
                <a:extLst>
                  <a:ext uri="{0D108BD9-81ED-4DB2-BD59-A6C34878D82A}">
                    <a16:rowId xmlns:a16="http://schemas.microsoft.com/office/drawing/2014/main" val="3393619695"/>
                  </a:ext>
                </a:extLst>
              </a:tr>
            </a:tbl>
          </a:graphicData>
        </a:graphic>
      </p:graphicFrame>
      <p:grpSp>
        <p:nvGrpSpPr>
          <p:cNvPr id="40" name="Group 39" descr="\documentclass{article}&#10;\usepackage{amsmath}&#10;\pagestyle{empty}&#10;\begin{document}&#10;&#10;$\mathrm{Attention}(Q, K, V) = \mathrm{softmax}(\frac{QK^\top}{\sqrt{d}})V$&#10;&#10;&#10;\end{document}" title="IguanaTex Shape Display">
            <a:extLst>
              <a:ext uri="{FF2B5EF4-FFF2-40B4-BE49-F238E27FC236}">
                <a16:creationId xmlns:a16="http://schemas.microsoft.com/office/drawing/2014/main" id="{AF1F9B9E-9AB8-BE67-FEFC-532A7E2D9E8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90606" y="4762091"/>
            <a:ext cx="4252029" cy="427602"/>
            <a:chOff x="4496590" y="3923139"/>
            <a:chExt cx="4252029" cy="42760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C9BAD60-6DEF-D194-4CB1-0ECBA2B6500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496590" y="4022013"/>
              <a:ext cx="173339" cy="186846"/>
            </a:xfrm>
            <a:custGeom>
              <a:avLst/>
              <a:gdLst>
                <a:gd name="csX0" fmla="*/ 92693 w 173339"/>
                <a:gd name="csY0" fmla="*/ 5283 h 186846"/>
                <a:gd name="csX1" fmla="*/ 86873 w 173339"/>
                <a:gd name="csY1" fmla="*/ 64 h 186846"/>
                <a:gd name="csX2" fmla="*/ 80800 w 173339"/>
                <a:gd name="csY2" fmla="*/ 5283 h 186846"/>
                <a:gd name="csX3" fmla="*/ 28418 w 173339"/>
                <a:gd name="csY3" fmla="*/ 161336 h 186846"/>
                <a:gd name="csX4" fmla="*/ 77 w 173339"/>
                <a:gd name="csY4" fmla="*/ 178821 h 186846"/>
                <a:gd name="csX5" fmla="*/ 77 w 173339"/>
                <a:gd name="csY5" fmla="*/ 186910 h 186846"/>
                <a:gd name="csX6" fmla="*/ 25888 w 173339"/>
                <a:gd name="csY6" fmla="*/ 186127 h 186846"/>
                <a:gd name="csX7" fmla="*/ 54989 w 173339"/>
                <a:gd name="csY7" fmla="*/ 186910 h 186846"/>
                <a:gd name="csX8" fmla="*/ 54989 w 173339"/>
                <a:gd name="csY8" fmla="*/ 178821 h 186846"/>
                <a:gd name="csX9" fmla="*/ 36010 w 173339"/>
                <a:gd name="csY9" fmla="*/ 165512 h 186846"/>
                <a:gd name="csX10" fmla="*/ 36516 w 173339"/>
                <a:gd name="csY10" fmla="*/ 161597 h 186846"/>
                <a:gd name="csX11" fmla="*/ 48156 w 173339"/>
                <a:gd name="csY11" fmla="*/ 127412 h 186846"/>
                <a:gd name="csX12" fmla="*/ 110660 w 173339"/>
                <a:gd name="csY12" fmla="*/ 127412 h 186846"/>
                <a:gd name="csX13" fmla="*/ 124072 w 173339"/>
                <a:gd name="csY13" fmla="*/ 167338 h 186846"/>
                <a:gd name="csX14" fmla="*/ 124831 w 173339"/>
                <a:gd name="csY14" fmla="*/ 170992 h 186846"/>
                <a:gd name="csX15" fmla="*/ 103828 w 173339"/>
                <a:gd name="csY15" fmla="*/ 178821 h 186846"/>
                <a:gd name="csX16" fmla="*/ 103828 w 173339"/>
                <a:gd name="csY16" fmla="*/ 186910 h 186846"/>
                <a:gd name="csX17" fmla="*/ 140267 w 173339"/>
                <a:gd name="csY17" fmla="*/ 186127 h 186846"/>
                <a:gd name="csX18" fmla="*/ 173417 w 173339"/>
                <a:gd name="csY18" fmla="*/ 186910 h 186846"/>
                <a:gd name="csX19" fmla="*/ 173417 w 173339"/>
                <a:gd name="csY19" fmla="*/ 178821 h 186846"/>
                <a:gd name="csX20" fmla="*/ 168862 w 173339"/>
                <a:gd name="csY20" fmla="*/ 178821 h 186846"/>
                <a:gd name="csX21" fmla="*/ 147352 w 173339"/>
                <a:gd name="csY21" fmla="*/ 168382 h 186846"/>
                <a:gd name="csX22" fmla="*/ 92693 w 173339"/>
                <a:gd name="csY22" fmla="*/ 5283 h 186846"/>
                <a:gd name="csX23" fmla="*/ 79282 w 173339"/>
                <a:gd name="csY23" fmla="*/ 34510 h 186846"/>
                <a:gd name="csX24" fmla="*/ 107876 w 173339"/>
                <a:gd name="csY24" fmla="*/ 119322 h 186846"/>
                <a:gd name="csX25" fmla="*/ 50940 w 173339"/>
                <a:gd name="csY25" fmla="*/ 119322 h 186846"/>
                <a:gd name="csX26" fmla="*/ 79282 w 173339"/>
                <a:gd name="csY26" fmla="*/ 34510 h 186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3339" h="186846">
                  <a:moveTo>
                    <a:pt x="92693" y="5283"/>
                  </a:moveTo>
                  <a:cubicBezTo>
                    <a:pt x="91428" y="1890"/>
                    <a:pt x="90922" y="64"/>
                    <a:pt x="86873" y="64"/>
                  </a:cubicBezTo>
                  <a:cubicBezTo>
                    <a:pt x="82824" y="64"/>
                    <a:pt x="82065" y="1629"/>
                    <a:pt x="80800" y="5283"/>
                  </a:cubicBezTo>
                  <a:lnTo>
                    <a:pt x="28418" y="161336"/>
                  </a:lnTo>
                  <a:cubicBezTo>
                    <a:pt x="23864" y="174645"/>
                    <a:pt x="13741" y="178560"/>
                    <a:pt x="77" y="178821"/>
                  </a:cubicBezTo>
                  <a:lnTo>
                    <a:pt x="77" y="186910"/>
                  </a:lnTo>
                  <a:cubicBezTo>
                    <a:pt x="5897" y="186649"/>
                    <a:pt x="16778" y="186127"/>
                    <a:pt x="25888" y="186127"/>
                  </a:cubicBezTo>
                  <a:cubicBezTo>
                    <a:pt x="33733" y="186127"/>
                    <a:pt x="46891" y="186649"/>
                    <a:pt x="54989" y="186910"/>
                  </a:cubicBezTo>
                  <a:lnTo>
                    <a:pt x="54989" y="178821"/>
                  </a:lnTo>
                  <a:cubicBezTo>
                    <a:pt x="42336" y="178821"/>
                    <a:pt x="36010" y="172297"/>
                    <a:pt x="36010" y="165512"/>
                  </a:cubicBezTo>
                  <a:cubicBezTo>
                    <a:pt x="36010" y="164729"/>
                    <a:pt x="36263" y="162119"/>
                    <a:pt x="36516" y="161597"/>
                  </a:cubicBezTo>
                  <a:lnTo>
                    <a:pt x="48156" y="127412"/>
                  </a:lnTo>
                  <a:lnTo>
                    <a:pt x="110660" y="127412"/>
                  </a:lnTo>
                  <a:lnTo>
                    <a:pt x="124072" y="167338"/>
                  </a:lnTo>
                  <a:cubicBezTo>
                    <a:pt x="124325" y="168382"/>
                    <a:pt x="124831" y="169948"/>
                    <a:pt x="124831" y="170992"/>
                  </a:cubicBezTo>
                  <a:cubicBezTo>
                    <a:pt x="124831" y="178821"/>
                    <a:pt x="110660" y="178821"/>
                    <a:pt x="103828" y="178821"/>
                  </a:cubicBezTo>
                  <a:lnTo>
                    <a:pt x="103828" y="186910"/>
                  </a:lnTo>
                  <a:cubicBezTo>
                    <a:pt x="112938" y="186127"/>
                    <a:pt x="130651" y="186127"/>
                    <a:pt x="140267" y="186127"/>
                  </a:cubicBezTo>
                  <a:cubicBezTo>
                    <a:pt x="151148" y="186127"/>
                    <a:pt x="162789" y="186388"/>
                    <a:pt x="173417" y="186910"/>
                  </a:cubicBezTo>
                  <a:lnTo>
                    <a:pt x="173417" y="178821"/>
                  </a:lnTo>
                  <a:lnTo>
                    <a:pt x="168862" y="178821"/>
                  </a:lnTo>
                  <a:cubicBezTo>
                    <a:pt x="153679" y="178821"/>
                    <a:pt x="150136" y="176994"/>
                    <a:pt x="147352" y="168382"/>
                  </a:cubicBezTo>
                  <a:lnTo>
                    <a:pt x="92693" y="5283"/>
                  </a:lnTo>
                  <a:close/>
                  <a:moveTo>
                    <a:pt x="79282" y="34510"/>
                  </a:moveTo>
                  <a:lnTo>
                    <a:pt x="107876" y="119322"/>
                  </a:lnTo>
                  <a:lnTo>
                    <a:pt x="50940" y="119322"/>
                  </a:lnTo>
                  <a:lnTo>
                    <a:pt x="79282" y="34510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4214424-F7B6-A0E1-44DE-7A9CA0D3E5A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76060" y="4048370"/>
              <a:ext cx="79204" cy="163360"/>
            </a:xfrm>
            <a:custGeom>
              <a:avLst/>
              <a:gdLst>
                <a:gd name="csX0" fmla="*/ 39054 w 79204"/>
                <a:gd name="csY0" fmla="*/ 56170 h 163360"/>
                <a:gd name="csX1" fmla="*/ 75240 w 79204"/>
                <a:gd name="csY1" fmla="*/ 56170 h 163360"/>
                <a:gd name="csX2" fmla="*/ 75240 w 79204"/>
                <a:gd name="csY2" fmla="*/ 48080 h 163360"/>
                <a:gd name="csX3" fmla="*/ 39054 w 79204"/>
                <a:gd name="csY3" fmla="*/ 48080 h 163360"/>
                <a:gd name="csX4" fmla="*/ 39054 w 79204"/>
                <a:gd name="csY4" fmla="*/ 64 h 163360"/>
                <a:gd name="csX5" fmla="*/ 32728 w 79204"/>
                <a:gd name="csY5" fmla="*/ 64 h 163360"/>
                <a:gd name="csX6" fmla="*/ 84 w 79204"/>
                <a:gd name="csY6" fmla="*/ 50429 h 163360"/>
                <a:gd name="csX7" fmla="*/ 84 w 79204"/>
                <a:gd name="csY7" fmla="*/ 56170 h 163360"/>
                <a:gd name="csX8" fmla="*/ 21593 w 79204"/>
                <a:gd name="csY8" fmla="*/ 56170 h 163360"/>
                <a:gd name="csX9" fmla="*/ 21593 w 79204"/>
                <a:gd name="csY9" fmla="*/ 128195 h 163360"/>
                <a:gd name="csX10" fmla="*/ 54237 w 79204"/>
                <a:gd name="csY10" fmla="*/ 163424 h 163360"/>
                <a:gd name="csX11" fmla="*/ 79289 w 79204"/>
                <a:gd name="csY11" fmla="*/ 128195 h 163360"/>
                <a:gd name="csX12" fmla="*/ 79289 w 79204"/>
                <a:gd name="csY12" fmla="*/ 113320 h 163360"/>
                <a:gd name="csX13" fmla="*/ 72963 w 79204"/>
                <a:gd name="csY13" fmla="*/ 113320 h 163360"/>
                <a:gd name="csX14" fmla="*/ 72963 w 79204"/>
                <a:gd name="csY14" fmla="*/ 127673 h 163360"/>
                <a:gd name="csX15" fmla="*/ 56008 w 79204"/>
                <a:gd name="csY15" fmla="*/ 156900 h 163360"/>
                <a:gd name="csX16" fmla="*/ 39054 w 79204"/>
                <a:gd name="csY16" fmla="*/ 128716 h 163360"/>
                <a:gd name="csX17" fmla="*/ 39054 w 79204"/>
                <a:gd name="csY17" fmla="*/ 56170 h 163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9204" h="163360">
                  <a:moveTo>
                    <a:pt x="39054" y="56170"/>
                  </a:moveTo>
                  <a:lnTo>
                    <a:pt x="75240" y="56170"/>
                  </a:lnTo>
                  <a:lnTo>
                    <a:pt x="75240" y="48080"/>
                  </a:lnTo>
                  <a:lnTo>
                    <a:pt x="39054" y="48080"/>
                  </a:lnTo>
                  <a:lnTo>
                    <a:pt x="39054" y="64"/>
                  </a:lnTo>
                  <a:lnTo>
                    <a:pt x="32728" y="64"/>
                  </a:lnTo>
                  <a:cubicBezTo>
                    <a:pt x="32474" y="21462"/>
                    <a:pt x="24883" y="49385"/>
                    <a:pt x="84" y="50429"/>
                  </a:cubicBezTo>
                  <a:lnTo>
                    <a:pt x="84" y="56170"/>
                  </a:lnTo>
                  <a:lnTo>
                    <a:pt x="21593" y="56170"/>
                  </a:lnTo>
                  <a:lnTo>
                    <a:pt x="21593" y="128195"/>
                  </a:lnTo>
                  <a:cubicBezTo>
                    <a:pt x="21593" y="160292"/>
                    <a:pt x="45127" y="163424"/>
                    <a:pt x="54237" y="163424"/>
                  </a:cubicBezTo>
                  <a:cubicBezTo>
                    <a:pt x="72203" y="163424"/>
                    <a:pt x="79289" y="144896"/>
                    <a:pt x="79289" y="128195"/>
                  </a:cubicBezTo>
                  <a:lnTo>
                    <a:pt x="79289" y="113320"/>
                  </a:lnTo>
                  <a:lnTo>
                    <a:pt x="72963" y="113320"/>
                  </a:lnTo>
                  <a:lnTo>
                    <a:pt x="72963" y="127673"/>
                  </a:lnTo>
                  <a:cubicBezTo>
                    <a:pt x="72963" y="146984"/>
                    <a:pt x="65371" y="156900"/>
                    <a:pt x="56008" y="156900"/>
                  </a:cubicBezTo>
                  <a:cubicBezTo>
                    <a:pt x="39054" y="156900"/>
                    <a:pt x="39054" y="133153"/>
                    <a:pt x="39054" y="128716"/>
                  </a:cubicBezTo>
                  <a:lnTo>
                    <a:pt x="39054" y="56170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84AB18C-61FF-1715-5A5C-9B8CF8856A6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774469" y="4048370"/>
              <a:ext cx="79204" cy="163360"/>
            </a:xfrm>
            <a:custGeom>
              <a:avLst/>
              <a:gdLst>
                <a:gd name="csX0" fmla="*/ 39058 w 79204"/>
                <a:gd name="csY0" fmla="*/ 56170 h 163360"/>
                <a:gd name="csX1" fmla="*/ 75244 w 79204"/>
                <a:gd name="csY1" fmla="*/ 56170 h 163360"/>
                <a:gd name="csX2" fmla="*/ 75244 w 79204"/>
                <a:gd name="csY2" fmla="*/ 48080 h 163360"/>
                <a:gd name="csX3" fmla="*/ 39058 w 79204"/>
                <a:gd name="csY3" fmla="*/ 48080 h 163360"/>
                <a:gd name="csX4" fmla="*/ 39058 w 79204"/>
                <a:gd name="csY4" fmla="*/ 64 h 163360"/>
                <a:gd name="csX5" fmla="*/ 32731 w 79204"/>
                <a:gd name="csY5" fmla="*/ 64 h 163360"/>
                <a:gd name="csX6" fmla="*/ 88 w 79204"/>
                <a:gd name="csY6" fmla="*/ 50429 h 163360"/>
                <a:gd name="csX7" fmla="*/ 88 w 79204"/>
                <a:gd name="csY7" fmla="*/ 56170 h 163360"/>
                <a:gd name="csX8" fmla="*/ 21597 w 79204"/>
                <a:gd name="csY8" fmla="*/ 56170 h 163360"/>
                <a:gd name="csX9" fmla="*/ 21597 w 79204"/>
                <a:gd name="csY9" fmla="*/ 128195 h 163360"/>
                <a:gd name="csX10" fmla="*/ 54241 w 79204"/>
                <a:gd name="csY10" fmla="*/ 163424 h 163360"/>
                <a:gd name="csX11" fmla="*/ 79293 w 79204"/>
                <a:gd name="csY11" fmla="*/ 128195 h 163360"/>
                <a:gd name="csX12" fmla="*/ 79293 w 79204"/>
                <a:gd name="csY12" fmla="*/ 113320 h 163360"/>
                <a:gd name="csX13" fmla="*/ 72967 w 79204"/>
                <a:gd name="csY13" fmla="*/ 113320 h 163360"/>
                <a:gd name="csX14" fmla="*/ 72967 w 79204"/>
                <a:gd name="csY14" fmla="*/ 127673 h 163360"/>
                <a:gd name="csX15" fmla="*/ 56012 w 79204"/>
                <a:gd name="csY15" fmla="*/ 156900 h 163360"/>
                <a:gd name="csX16" fmla="*/ 39058 w 79204"/>
                <a:gd name="csY16" fmla="*/ 128716 h 163360"/>
                <a:gd name="csX17" fmla="*/ 39058 w 79204"/>
                <a:gd name="csY17" fmla="*/ 56170 h 163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9204" h="163360">
                  <a:moveTo>
                    <a:pt x="39058" y="56170"/>
                  </a:moveTo>
                  <a:lnTo>
                    <a:pt x="75244" y="56170"/>
                  </a:lnTo>
                  <a:lnTo>
                    <a:pt x="75244" y="48080"/>
                  </a:lnTo>
                  <a:lnTo>
                    <a:pt x="39058" y="48080"/>
                  </a:lnTo>
                  <a:lnTo>
                    <a:pt x="39058" y="64"/>
                  </a:lnTo>
                  <a:lnTo>
                    <a:pt x="32731" y="64"/>
                  </a:lnTo>
                  <a:cubicBezTo>
                    <a:pt x="32478" y="21462"/>
                    <a:pt x="24887" y="49385"/>
                    <a:pt x="88" y="50429"/>
                  </a:cubicBezTo>
                  <a:lnTo>
                    <a:pt x="88" y="56170"/>
                  </a:lnTo>
                  <a:lnTo>
                    <a:pt x="21597" y="56170"/>
                  </a:lnTo>
                  <a:lnTo>
                    <a:pt x="21597" y="128195"/>
                  </a:lnTo>
                  <a:cubicBezTo>
                    <a:pt x="21597" y="160292"/>
                    <a:pt x="45131" y="163424"/>
                    <a:pt x="54241" y="163424"/>
                  </a:cubicBezTo>
                  <a:cubicBezTo>
                    <a:pt x="72207" y="163424"/>
                    <a:pt x="79293" y="144896"/>
                    <a:pt x="79293" y="128195"/>
                  </a:cubicBezTo>
                  <a:lnTo>
                    <a:pt x="79293" y="113320"/>
                  </a:lnTo>
                  <a:lnTo>
                    <a:pt x="72967" y="113320"/>
                  </a:lnTo>
                  <a:lnTo>
                    <a:pt x="72967" y="127673"/>
                  </a:lnTo>
                  <a:cubicBezTo>
                    <a:pt x="72967" y="146984"/>
                    <a:pt x="65375" y="156900"/>
                    <a:pt x="56012" y="156900"/>
                  </a:cubicBezTo>
                  <a:cubicBezTo>
                    <a:pt x="39058" y="156900"/>
                    <a:pt x="39058" y="133153"/>
                    <a:pt x="39058" y="128716"/>
                  </a:cubicBezTo>
                  <a:lnTo>
                    <a:pt x="39058" y="56170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05C03D-7BE8-0409-FAD4-79FC4458CC6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875156" y="4091950"/>
              <a:ext cx="97930" cy="119780"/>
            </a:xfrm>
            <a:custGeom>
              <a:avLst/>
              <a:gdLst>
                <a:gd name="csX0" fmla="*/ 21348 w 97930"/>
                <a:gd name="csY0" fmla="*/ 51212 h 119780"/>
                <a:gd name="csX1" fmla="*/ 52726 w 97930"/>
                <a:gd name="csY1" fmla="*/ 5805 h 119780"/>
                <a:gd name="csX2" fmla="*/ 81321 w 97930"/>
                <a:gd name="csY2" fmla="*/ 51212 h 119780"/>
                <a:gd name="csX3" fmla="*/ 21348 w 97930"/>
                <a:gd name="csY3" fmla="*/ 51212 h 119780"/>
                <a:gd name="csX4" fmla="*/ 21095 w 97930"/>
                <a:gd name="csY4" fmla="*/ 56692 h 119780"/>
                <a:gd name="csX5" fmla="*/ 91696 w 97930"/>
                <a:gd name="csY5" fmla="*/ 56692 h 119780"/>
                <a:gd name="csX6" fmla="*/ 98022 w 97930"/>
                <a:gd name="csY6" fmla="*/ 51212 h 119780"/>
                <a:gd name="csX7" fmla="*/ 52726 w 97930"/>
                <a:gd name="csY7" fmla="*/ 64 h 119780"/>
                <a:gd name="csX8" fmla="*/ 92 w 97930"/>
                <a:gd name="csY8" fmla="*/ 59562 h 119780"/>
                <a:gd name="csX9" fmla="*/ 55763 w 97930"/>
                <a:gd name="csY9" fmla="*/ 119844 h 119780"/>
                <a:gd name="csX10" fmla="*/ 98022 w 97930"/>
                <a:gd name="csY10" fmla="*/ 85919 h 119780"/>
                <a:gd name="csX11" fmla="*/ 94733 w 97930"/>
                <a:gd name="csY11" fmla="*/ 82788 h 119780"/>
                <a:gd name="csX12" fmla="*/ 91443 w 97930"/>
                <a:gd name="csY12" fmla="*/ 86441 h 119780"/>
                <a:gd name="csX13" fmla="*/ 57281 w 97930"/>
                <a:gd name="csY13" fmla="*/ 113320 h 119780"/>
                <a:gd name="csX14" fmla="*/ 28686 w 97930"/>
                <a:gd name="csY14" fmla="*/ 95836 h 119780"/>
                <a:gd name="csX15" fmla="*/ 21095 w 97930"/>
                <a:gd name="csY15" fmla="*/ 56692 h 119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7930" h="119780">
                  <a:moveTo>
                    <a:pt x="21348" y="51212"/>
                  </a:moveTo>
                  <a:cubicBezTo>
                    <a:pt x="22866" y="12329"/>
                    <a:pt x="44123" y="5805"/>
                    <a:pt x="52726" y="5805"/>
                  </a:cubicBezTo>
                  <a:cubicBezTo>
                    <a:pt x="78791" y="5805"/>
                    <a:pt x="81321" y="41034"/>
                    <a:pt x="81321" y="51212"/>
                  </a:cubicBezTo>
                  <a:lnTo>
                    <a:pt x="21348" y="51212"/>
                  </a:lnTo>
                  <a:close/>
                  <a:moveTo>
                    <a:pt x="21095" y="56692"/>
                  </a:moveTo>
                  <a:lnTo>
                    <a:pt x="91696" y="56692"/>
                  </a:lnTo>
                  <a:cubicBezTo>
                    <a:pt x="97263" y="56692"/>
                    <a:pt x="98022" y="56692"/>
                    <a:pt x="98022" y="51212"/>
                  </a:cubicBezTo>
                  <a:cubicBezTo>
                    <a:pt x="98022" y="25377"/>
                    <a:pt x="84358" y="64"/>
                    <a:pt x="52726" y="64"/>
                  </a:cubicBezTo>
                  <a:cubicBezTo>
                    <a:pt x="23372" y="64"/>
                    <a:pt x="92" y="26942"/>
                    <a:pt x="92" y="59562"/>
                  </a:cubicBezTo>
                  <a:cubicBezTo>
                    <a:pt x="92" y="94531"/>
                    <a:pt x="26662" y="119844"/>
                    <a:pt x="55763" y="119844"/>
                  </a:cubicBezTo>
                  <a:cubicBezTo>
                    <a:pt x="86635" y="119844"/>
                    <a:pt x="98022" y="90877"/>
                    <a:pt x="98022" y="85919"/>
                  </a:cubicBezTo>
                  <a:cubicBezTo>
                    <a:pt x="98022" y="83310"/>
                    <a:pt x="95998" y="82788"/>
                    <a:pt x="94733" y="82788"/>
                  </a:cubicBezTo>
                  <a:cubicBezTo>
                    <a:pt x="92455" y="82788"/>
                    <a:pt x="91949" y="84353"/>
                    <a:pt x="91443" y="86441"/>
                  </a:cubicBezTo>
                  <a:cubicBezTo>
                    <a:pt x="82586" y="113320"/>
                    <a:pt x="59812" y="113320"/>
                    <a:pt x="57281" y="113320"/>
                  </a:cubicBezTo>
                  <a:cubicBezTo>
                    <a:pt x="44629" y="113320"/>
                    <a:pt x="34507" y="105491"/>
                    <a:pt x="28686" y="95836"/>
                  </a:cubicBezTo>
                  <a:cubicBezTo>
                    <a:pt x="21095" y="83310"/>
                    <a:pt x="21095" y="66086"/>
                    <a:pt x="21095" y="56692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0FED00B-4F46-C994-13C2-D1261E09AEA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988635" y="4093516"/>
              <a:ext cx="127284" cy="115343"/>
            </a:xfrm>
            <a:custGeom>
              <a:avLst/>
              <a:gdLst>
                <a:gd name="csX0" fmla="*/ 19834 w 127284"/>
                <a:gd name="csY0" fmla="*/ 25638 h 115343"/>
                <a:gd name="csX1" fmla="*/ 19834 w 127284"/>
                <a:gd name="csY1" fmla="*/ 95575 h 115343"/>
                <a:gd name="csX2" fmla="*/ 96 w 127284"/>
                <a:gd name="csY2" fmla="*/ 107318 h 115343"/>
                <a:gd name="csX3" fmla="*/ 96 w 127284"/>
                <a:gd name="csY3" fmla="*/ 115408 h 115343"/>
                <a:gd name="csX4" fmla="*/ 28691 w 127284"/>
                <a:gd name="csY4" fmla="*/ 114625 h 115343"/>
                <a:gd name="csX5" fmla="*/ 57033 w 127284"/>
                <a:gd name="csY5" fmla="*/ 115408 h 115343"/>
                <a:gd name="csX6" fmla="*/ 57033 w 127284"/>
                <a:gd name="csY6" fmla="*/ 107318 h 115343"/>
                <a:gd name="csX7" fmla="*/ 37295 w 127284"/>
                <a:gd name="csY7" fmla="*/ 95575 h 115343"/>
                <a:gd name="csX8" fmla="*/ 37295 w 127284"/>
                <a:gd name="csY8" fmla="*/ 47558 h 115343"/>
                <a:gd name="csX9" fmla="*/ 71456 w 127284"/>
                <a:gd name="csY9" fmla="*/ 5805 h 115343"/>
                <a:gd name="csX10" fmla="*/ 90182 w 127284"/>
                <a:gd name="csY10" fmla="*/ 34771 h 115343"/>
                <a:gd name="csX11" fmla="*/ 90182 w 127284"/>
                <a:gd name="csY11" fmla="*/ 95575 h 115343"/>
                <a:gd name="csX12" fmla="*/ 70444 w 127284"/>
                <a:gd name="csY12" fmla="*/ 107318 h 115343"/>
                <a:gd name="csX13" fmla="*/ 70444 w 127284"/>
                <a:gd name="csY13" fmla="*/ 115408 h 115343"/>
                <a:gd name="csX14" fmla="*/ 99039 w 127284"/>
                <a:gd name="csY14" fmla="*/ 114625 h 115343"/>
                <a:gd name="csX15" fmla="*/ 127381 w 127284"/>
                <a:gd name="csY15" fmla="*/ 115408 h 115343"/>
                <a:gd name="csX16" fmla="*/ 127381 w 127284"/>
                <a:gd name="csY16" fmla="*/ 107318 h 115343"/>
                <a:gd name="csX17" fmla="*/ 107643 w 127284"/>
                <a:gd name="csY17" fmla="*/ 99489 h 115343"/>
                <a:gd name="csX18" fmla="*/ 107643 w 127284"/>
                <a:gd name="csY18" fmla="*/ 49646 h 115343"/>
                <a:gd name="csX19" fmla="*/ 99798 w 127284"/>
                <a:gd name="csY19" fmla="*/ 9719 h 115343"/>
                <a:gd name="csX20" fmla="*/ 73228 w 127284"/>
                <a:gd name="csY20" fmla="*/ 64 h 115343"/>
                <a:gd name="csX21" fmla="*/ 35776 w 127284"/>
                <a:gd name="csY21" fmla="*/ 27464 h 115343"/>
                <a:gd name="csX22" fmla="*/ 35776 w 127284"/>
                <a:gd name="csY22" fmla="*/ 64 h 115343"/>
                <a:gd name="csX23" fmla="*/ 96 w 127284"/>
                <a:gd name="csY23" fmla="*/ 2934 h 115343"/>
                <a:gd name="csX24" fmla="*/ 96 w 127284"/>
                <a:gd name="csY24" fmla="*/ 11024 h 115343"/>
                <a:gd name="csX25" fmla="*/ 19834 w 127284"/>
                <a:gd name="csY25" fmla="*/ 25638 h 11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27284" h="115343">
                  <a:moveTo>
                    <a:pt x="19834" y="25638"/>
                  </a:moveTo>
                  <a:lnTo>
                    <a:pt x="19834" y="95575"/>
                  </a:lnTo>
                  <a:cubicBezTo>
                    <a:pt x="19834" y="107318"/>
                    <a:pt x="17051" y="107318"/>
                    <a:pt x="96" y="107318"/>
                  </a:cubicBezTo>
                  <a:lnTo>
                    <a:pt x="96" y="115408"/>
                  </a:lnTo>
                  <a:cubicBezTo>
                    <a:pt x="8953" y="115147"/>
                    <a:pt x="21858" y="114625"/>
                    <a:pt x="28691" y="114625"/>
                  </a:cubicBezTo>
                  <a:cubicBezTo>
                    <a:pt x="35270" y="114625"/>
                    <a:pt x="48429" y="115147"/>
                    <a:pt x="57033" y="115408"/>
                  </a:cubicBezTo>
                  <a:lnTo>
                    <a:pt x="57033" y="107318"/>
                  </a:lnTo>
                  <a:cubicBezTo>
                    <a:pt x="40078" y="107318"/>
                    <a:pt x="37295" y="107318"/>
                    <a:pt x="37295" y="95575"/>
                  </a:cubicBezTo>
                  <a:lnTo>
                    <a:pt x="37295" y="47558"/>
                  </a:lnTo>
                  <a:cubicBezTo>
                    <a:pt x="37295" y="20419"/>
                    <a:pt x="55261" y="5805"/>
                    <a:pt x="71456" y="5805"/>
                  </a:cubicBezTo>
                  <a:cubicBezTo>
                    <a:pt x="87399" y="5805"/>
                    <a:pt x="90182" y="19897"/>
                    <a:pt x="90182" y="34771"/>
                  </a:cubicBezTo>
                  <a:lnTo>
                    <a:pt x="90182" y="95575"/>
                  </a:lnTo>
                  <a:cubicBezTo>
                    <a:pt x="90182" y="107318"/>
                    <a:pt x="87399" y="107318"/>
                    <a:pt x="70444" y="107318"/>
                  </a:cubicBezTo>
                  <a:lnTo>
                    <a:pt x="70444" y="115408"/>
                  </a:lnTo>
                  <a:cubicBezTo>
                    <a:pt x="79301" y="115147"/>
                    <a:pt x="92207" y="114625"/>
                    <a:pt x="99039" y="114625"/>
                  </a:cubicBezTo>
                  <a:cubicBezTo>
                    <a:pt x="105618" y="114625"/>
                    <a:pt x="118777" y="115147"/>
                    <a:pt x="127381" y="115408"/>
                  </a:cubicBezTo>
                  <a:lnTo>
                    <a:pt x="127381" y="107318"/>
                  </a:lnTo>
                  <a:cubicBezTo>
                    <a:pt x="114222" y="107318"/>
                    <a:pt x="107896" y="107318"/>
                    <a:pt x="107643" y="99489"/>
                  </a:cubicBezTo>
                  <a:lnTo>
                    <a:pt x="107643" y="49646"/>
                  </a:lnTo>
                  <a:cubicBezTo>
                    <a:pt x="107643" y="27203"/>
                    <a:pt x="107643" y="19114"/>
                    <a:pt x="99798" y="9719"/>
                  </a:cubicBezTo>
                  <a:cubicBezTo>
                    <a:pt x="96256" y="5283"/>
                    <a:pt x="87905" y="64"/>
                    <a:pt x="73228" y="64"/>
                  </a:cubicBezTo>
                  <a:cubicBezTo>
                    <a:pt x="54755" y="64"/>
                    <a:pt x="42862" y="11285"/>
                    <a:pt x="35776" y="27464"/>
                  </a:cubicBezTo>
                  <a:lnTo>
                    <a:pt x="35776" y="64"/>
                  </a:lnTo>
                  <a:lnTo>
                    <a:pt x="96" y="2934"/>
                  </a:lnTo>
                  <a:lnTo>
                    <a:pt x="96" y="11024"/>
                  </a:lnTo>
                  <a:cubicBezTo>
                    <a:pt x="17810" y="11024"/>
                    <a:pt x="19834" y="12851"/>
                    <a:pt x="19834" y="25638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64748-2E73-8F8C-AC2C-278A9EA16AF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118901" y="4048370"/>
              <a:ext cx="79204" cy="163360"/>
            </a:xfrm>
            <a:custGeom>
              <a:avLst/>
              <a:gdLst>
                <a:gd name="csX0" fmla="*/ 39071 w 79204"/>
                <a:gd name="csY0" fmla="*/ 56170 h 163360"/>
                <a:gd name="csX1" fmla="*/ 75258 w 79204"/>
                <a:gd name="csY1" fmla="*/ 56170 h 163360"/>
                <a:gd name="csX2" fmla="*/ 75258 w 79204"/>
                <a:gd name="csY2" fmla="*/ 48080 h 163360"/>
                <a:gd name="csX3" fmla="*/ 39071 w 79204"/>
                <a:gd name="csY3" fmla="*/ 48080 h 163360"/>
                <a:gd name="csX4" fmla="*/ 39071 w 79204"/>
                <a:gd name="csY4" fmla="*/ 64 h 163360"/>
                <a:gd name="csX5" fmla="*/ 32745 w 79204"/>
                <a:gd name="csY5" fmla="*/ 64 h 163360"/>
                <a:gd name="csX6" fmla="*/ 101 w 79204"/>
                <a:gd name="csY6" fmla="*/ 50429 h 163360"/>
                <a:gd name="csX7" fmla="*/ 101 w 79204"/>
                <a:gd name="csY7" fmla="*/ 56170 h 163360"/>
                <a:gd name="csX8" fmla="*/ 21611 w 79204"/>
                <a:gd name="csY8" fmla="*/ 56170 h 163360"/>
                <a:gd name="csX9" fmla="*/ 21611 w 79204"/>
                <a:gd name="csY9" fmla="*/ 128195 h 163360"/>
                <a:gd name="csX10" fmla="*/ 54254 w 79204"/>
                <a:gd name="csY10" fmla="*/ 163424 h 163360"/>
                <a:gd name="csX11" fmla="*/ 79306 w 79204"/>
                <a:gd name="csY11" fmla="*/ 128195 h 163360"/>
                <a:gd name="csX12" fmla="*/ 79306 w 79204"/>
                <a:gd name="csY12" fmla="*/ 113320 h 163360"/>
                <a:gd name="csX13" fmla="*/ 72980 w 79204"/>
                <a:gd name="csY13" fmla="*/ 113320 h 163360"/>
                <a:gd name="csX14" fmla="*/ 72980 w 79204"/>
                <a:gd name="csY14" fmla="*/ 127673 h 163360"/>
                <a:gd name="csX15" fmla="*/ 56026 w 79204"/>
                <a:gd name="csY15" fmla="*/ 156900 h 163360"/>
                <a:gd name="csX16" fmla="*/ 39071 w 79204"/>
                <a:gd name="csY16" fmla="*/ 128716 h 163360"/>
                <a:gd name="csX17" fmla="*/ 39071 w 79204"/>
                <a:gd name="csY17" fmla="*/ 56170 h 163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9204" h="163360">
                  <a:moveTo>
                    <a:pt x="39071" y="56170"/>
                  </a:moveTo>
                  <a:lnTo>
                    <a:pt x="75258" y="56170"/>
                  </a:lnTo>
                  <a:lnTo>
                    <a:pt x="75258" y="48080"/>
                  </a:lnTo>
                  <a:lnTo>
                    <a:pt x="39071" y="48080"/>
                  </a:lnTo>
                  <a:lnTo>
                    <a:pt x="39071" y="64"/>
                  </a:lnTo>
                  <a:lnTo>
                    <a:pt x="32745" y="64"/>
                  </a:lnTo>
                  <a:cubicBezTo>
                    <a:pt x="32492" y="21462"/>
                    <a:pt x="24900" y="49385"/>
                    <a:pt x="101" y="50429"/>
                  </a:cubicBezTo>
                  <a:lnTo>
                    <a:pt x="101" y="56170"/>
                  </a:lnTo>
                  <a:lnTo>
                    <a:pt x="21611" y="56170"/>
                  </a:lnTo>
                  <a:lnTo>
                    <a:pt x="21611" y="128195"/>
                  </a:lnTo>
                  <a:cubicBezTo>
                    <a:pt x="21611" y="160292"/>
                    <a:pt x="45144" y="163424"/>
                    <a:pt x="54254" y="163424"/>
                  </a:cubicBezTo>
                  <a:cubicBezTo>
                    <a:pt x="72221" y="163424"/>
                    <a:pt x="79306" y="144896"/>
                    <a:pt x="79306" y="128195"/>
                  </a:cubicBezTo>
                  <a:lnTo>
                    <a:pt x="79306" y="113320"/>
                  </a:lnTo>
                  <a:lnTo>
                    <a:pt x="72980" y="113320"/>
                  </a:lnTo>
                  <a:lnTo>
                    <a:pt x="72980" y="127673"/>
                  </a:lnTo>
                  <a:cubicBezTo>
                    <a:pt x="72980" y="146984"/>
                    <a:pt x="65389" y="156900"/>
                    <a:pt x="56026" y="156900"/>
                  </a:cubicBezTo>
                  <a:cubicBezTo>
                    <a:pt x="39071" y="156900"/>
                    <a:pt x="39071" y="133153"/>
                    <a:pt x="39071" y="128716"/>
                  </a:cubicBezTo>
                  <a:lnTo>
                    <a:pt x="39071" y="56170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049D825-56EB-B2B1-D6F7-B149770C626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220852" y="4034278"/>
              <a:ext cx="54152" cy="174581"/>
            </a:xfrm>
            <a:custGeom>
              <a:avLst/>
              <a:gdLst>
                <a:gd name="csX0" fmla="*/ 36545 w 54152"/>
                <a:gd name="csY0" fmla="*/ 59301 h 174581"/>
                <a:gd name="csX1" fmla="*/ 1117 w 54152"/>
                <a:gd name="csY1" fmla="*/ 62172 h 174581"/>
                <a:gd name="csX2" fmla="*/ 1117 w 54152"/>
                <a:gd name="csY2" fmla="*/ 70262 h 174581"/>
                <a:gd name="csX3" fmla="*/ 19843 w 54152"/>
                <a:gd name="csY3" fmla="*/ 84614 h 174581"/>
                <a:gd name="csX4" fmla="*/ 19843 w 54152"/>
                <a:gd name="csY4" fmla="*/ 154812 h 174581"/>
                <a:gd name="csX5" fmla="*/ 105 w 54152"/>
                <a:gd name="csY5" fmla="*/ 166555 h 174581"/>
                <a:gd name="csX6" fmla="*/ 105 w 54152"/>
                <a:gd name="csY6" fmla="*/ 174645 h 174581"/>
                <a:gd name="csX7" fmla="*/ 27941 w 54152"/>
                <a:gd name="csY7" fmla="*/ 173862 h 174581"/>
                <a:gd name="csX8" fmla="*/ 54258 w 54152"/>
                <a:gd name="csY8" fmla="*/ 174645 h 174581"/>
                <a:gd name="csX9" fmla="*/ 54258 w 54152"/>
                <a:gd name="csY9" fmla="*/ 166555 h 174581"/>
                <a:gd name="csX10" fmla="*/ 36545 w 54152"/>
                <a:gd name="csY10" fmla="*/ 155073 h 174581"/>
                <a:gd name="csX11" fmla="*/ 36545 w 54152"/>
                <a:gd name="csY11" fmla="*/ 59301 h 174581"/>
                <a:gd name="csX12" fmla="*/ 37557 w 54152"/>
                <a:gd name="csY12" fmla="*/ 13895 h 174581"/>
                <a:gd name="csX13" fmla="*/ 24145 w 54152"/>
                <a:gd name="csY13" fmla="*/ 64 h 174581"/>
                <a:gd name="csX14" fmla="*/ 10733 w 54152"/>
                <a:gd name="csY14" fmla="*/ 13895 h 174581"/>
                <a:gd name="csX15" fmla="*/ 24145 w 54152"/>
                <a:gd name="csY15" fmla="*/ 27725 h 174581"/>
                <a:gd name="csX16" fmla="*/ 37557 w 54152"/>
                <a:gd name="csY16" fmla="*/ 13895 h 1745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4152" h="174581">
                  <a:moveTo>
                    <a:pt x="36545" y="59301"/>
                  </a:moveTo>
                  <a:lnTo>
                    <a:pt x="1117" y="62172"/>
                  </a:lnTo>
                  <a:lnTo>
                    <a:pt x="1117" y="70262"/>
                  </a:lnTo>
                  <a:cubicBezTo>
                    <a:pt x="17566" y="70262"/>
                    <a:pt x="19843" y="71827"/>
                    <a:pt x="19843" y="84614"/>
                  </a:cubicBezTo>
                  <a:lnTo>
                    <a:pt x="19843" y="154812"/>
                  </a:lnTo>
                  <a:cubicBezTo>
                    <a:pt x="19843" y="166555"/>
                    <a:pt x="17060" y="166555"/>
                    <a:pt x="105" y="166555"/>
                  </a:cubicBezTo>
                  <a:lnTo>
                    <a:pt x="105" y="174645"/>
                  </a:lnTo>
                  <a:cubicBezTo>
                    <a:pt x="8203" y="174384"/>
                    <a:pt x="21868" y="173862"/>
                    <a:pt x="27941" y="173862"/>
                  </a:cubicBezTo>
                  <a:cubicBezTo>
                    <a:pt x="36798" y="173862"/>
                    <a:pt x="45654" y="174384"/>
                    <a:pt x="54258" y="174645"/>
                  </a:cubicBezTo>
                  <a:lnTo>
                    <a:pt x="54258" y="166555"/>
                  </a:lnTo>
                  <a:cubicBezTo>
                    <a:pt x="37557" y="166555"/>
                    <a:pt x="36545" y="165251"/>
                    <a:pt x="36545" y="155073"/>
                  </a:cubicBezTo>
                  <a:lnTo>
                    <a:pt x="36545" y="59301"/>
                  </a:lnTo>
                  <a:close/>
                  <a:moveTo>
                    <a:pt x="37557" y="13895"/>
                  </a:moveTo>
                  <a:cubicBezTo>
                    <a:pt x="37557" y="5544"/>
                    <a:pt x="31231" y="64"/>
                    <a:pt x="24145" y="64"/>
                  </a:cubicBezTo>
                  <a:cubicBezTo>
                    <a:pt x="16300" y="64"/>
                    <a:pt x="10733" y="7110"/>
                    <a:pt x="10733" y="13895"/>
                  </a:cubicBezTo>
                  <a:cubicBezTo>
                    <a:pt x="10733" y="20940"/>
                    <a:pt x="16300" y="27725"/>
                    <a:pt x="24145" y="27725"/>
                  </a:cubicBezTo>
                  <a:cubicBezTo>
                    <a:pt x="31231" y="27725"/>
                    <a:pt x="37557" y="22245"/>
                    <a:pt x="37557" y="13895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5C89DD-1696-8978-FA31-5699CC6DEDF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289879" y="4091950"/>
              <a:ext cx="112101" cy="119780"/>
            </a:xfrm>
            <a:custGeom>
              <a:avLst/>
              <a:gdLst>
                <a:gd name="csX0" fmla="*/ 112210 w 112101"/>
                <a:gd name="csY0" fmla="*/ 61128 h 119780"/>
                <a:gd name="csX1" fmla="*/ 56285 w 112101"/>
                <a:gd name="csY1" fmla="*/ 64 h 119780"/>
                <a:gd name="csX2" fmla="*/ 108 w 112101"/>
                <a:gd name="csY2" fmla="*/ 61128 h 119780"/>
                <a:gd name="csX3" fmla="*/ 56032 w 112101"/>
                <a:gd name="csY3" fmla="*/ 119844 h 119780"/>
                <a:gd name="csX4" fmla="*/ 112210 w 112101"/>
                <a:gd name="csY4" fmla="*/ 61128 h 119780"/>
                <a:gd name="csX5" fmla="*/ 56285 w 112101"/>
                <a:gd name="csY5" fmla="*/ 113320 h 119780"/>
                <a:gd name="csX6" fmla="*/ 27437 w 112101"/>
                <a:gd name="csY6" fmla="*/ 95836 h 119780"/>
                <a:gd name="csX7" fmla="*/ 21111 w 112101"/>
                <a:gd name="csY7" fmla="*/ 59040 h 119780"/>
                <a:gd name="csX8" fmla="*/ 27184 w 112101"/>
                <a:gd name="csY8" fmla="*/ 23289 h 119780"/>
                <a:gd name="csX9" fmla="*/ 56032 w 112101"/>
                <a:gd name="csY9" fmla="*/ 5805 h 119780"/>
                <a:gd name="csX10" fmla="*/ 84627 w 112101"/>
                <a:gd name="csY10" fmla="*/ 22767 h 119780"/>
                <a:gd name="csX11" fmla="*/ 91206 w 112101"/>
                <a:gd name="csY11" fmla="*/ 59040 h 119780"/>
                <a:gd name="csX12" fmla="*/ 85639 w 112101"/>
                <a:gd name="csY12" fmla="*/ 94009 h 119780"/>
                <a:gd name="csX13" fmla="*/ 56285 w 112101"/>
                <a:gd name="csY13" fmla="*/ 113320 h 119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2101" h="119780">
                  <a:moveTo>
                    <a:pt x="112210" y="61128"/>
                  </a:moveTo>
                  <a:cubicBezTo>
                    <a:pt x="112210" y="27725"/>
                    <a:pt x="86904" y="64"/>
                    <a:pt x="56285" y="64"/>
                  </a:cubicBezTo>
                  <a:cubicBezTo>
                    <a:pt x="24654" y="64"/>
                    <a:pt x="108" y="28508"/>
                    <a:pt x="108" y="61128"/>
                  </a:cubicBezTo>
                  <a:cubicBezTo>
                    <a:pt x="108" y="94792"/>
                    <a:pt x="26425" y="119844"/>
                    <a:pt x="56032" y="119844"/>
                  </a:cubicBezTo>
                  <a:cubicBezTo>
                    <a:pt x="86651" y="119844"/>
                    <a:pt x="112210" y="94270"/>
                    <a:pt x="112210" y="61128"/>
                  </a:cubicBezTo>
                  <a:close/>
                  <a:moveTo>
                    <a:pt x="56285" y="113320"/>
                  </a:moveTo>
                  <a:cubicBezTo>
                    <a:pt x="45404" y="113320"/>
                    <a:pt x="34270" y="107840"/>
                    <a:pt x="27437" y="95836"/>
                  </a:cubicBezTo>
                  <a:cubicBezTo>
                    <a:pt x="21111" y="84353"/>
                    <a:pt x="21111" y="68435"/>
                    <a:pt x="21111" y="59040"/>
                  </a:cubicBezTo>
                  <a:cubicBezTo>
                    <a:pt x="21111" y="48863"/>
                    <a:pt x="21111" y="34771"/>
                    <a:pt x="27184" y="23289"/>
                  </a:cubicBezTo>
                  <a:cubicBezTo>
                    <a:pt x="34017" y="11285"/>
                    <a:pt x="45910" y="5805"/>
                    <a:pt x="56032" y="5805"/>
                  </a:cubicBezTo>
                  <a:cubicBezTo>
                    <a:pt x="67167" y="5805"/>
                    <a:pt x="78048" y="11546"/>
                    <a:pt x="84627" y="22767"/>
                  </a:cubicBezTo>
                  <a:cubicBezTo>
                    <a:pt x="91206" y="33988"/>
                    <a:pt x="91206" y="49124"/>
                    <a:pt x="91206" y="59040"/>
                  </a:cubicBezTo>
                  <a:cubicBezTo>
                    <a:pt x="91206" y="68435"/>
                    <a:pt x="91206" y="82527"/>
                    <a:pt x="85639" y="94009"/>
                  </a:cubicBezTo>
                  <a:cubicBezTo>
                    <a:pt x="80072" y="105752"/>
                    <a:pt x="68938" y="113320"/>
                    <a:pt x="56285" y="113320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F66A0EB-74B1-50F9-A3BF-88FE91DA8A8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417417" y="4093516"/>
              <a:ext cx="127284" cy="115343"/>
            </a:xfrm>
            <a:custGeom>
              <a:avLst/>
              <a:gdLst>
                <a:gd name="csX0" fmla="*/ 19851 w 127284"/>
                <a:gd name="csY0" fmla="*/ 25638 h 115343"/>
                <a:gd name="csX1" fmla="*/ 19851 w 127284"/>
                <a:gd name="csY1" fmla="*/ 95575 h 115343"/>
                <a:gd name="csX2" fmla="*/ 113 w 127284"/>
                <a:gd name="csY2" fmla="*/ 107318 h 115343"/>
                <a:gd name="csX3" fmla="*/ 113 w 127284"/>
                <a:gd name="csY3" fmla="*/ 115408 h 115343"/>
                <a:gd name="csX4" fmla="*/ 28708 w 127284"/>
                <a:gd name="csY4" fmla="*/ 114625 h 115343"/>
                <a:gd name="csX5" fmla="*/ 57049 w 127284"/>
                <a:gd name="csY5" fmla="*/ 115408 h 115343"/>
                <a:gd name="csX6" fmla="*/ 57049 w 127284"/>
                <a:gd name="csY6" fmla="*/ 107318 h 115343"/>
                <a:gd name="csX7" fmla="*/ 37311 w 127284"/>
                <a:gd name="csY7" fmla="*/ 95575 h 115343"/>
                <a:gd name="csX8" fmla="*/ 37311 w 127284"/>
                <a:gd name="csY8" fmla="*/ 47558 h 115343"/>
                <a:gd name="csX9" fmla="*/ 71473 w 127284"/>
                <a:gd name="csY9" fmla="*/ 5805 h 115343"/>
                <a:gd name="csX10" fmla="*/ 90199 w 127284"/>
                <a:gd name="csY10" fmla="*/ 34771 h 115343"/>
                <a:gd name="csX11" fmla="*/ 90199 w 127284"/>
                <a:gd name="csY11" fmla="*/ 95575 h 115343"/>
                <a:gd name="csX12" fmla="*/ 70461 w 127284"/>
                <a:gd name="csY12" fmla="*/ 107318 h 115343"/>
                <a:gd name="csX13" fmla="*/ 70461 w 127284"/>
                <a:gd name="csY13" fmla="*/ 115408 h 115343"/>
                <a:gd name="csX14" fmla="*/ 99056 w 127284"/>
                <a:gd name="csY14" fmla="*/ 114625 h 115343"/>
                <a:gd name="csX15" fmla="*/ 127398 w 127284"/>
                <a:gd name="csY15" fmla="*/ 115408 h 115343"/>
                <a:gd name="csX16" fmla="*/ 127398 w 127284"/>
                <a:gd name="csY16" fmla="*/ 107318 h 115343"/>
                <a:gd name="csX17" fmla="*/ 107660 w 127284"/>
                <a:gd name="csY17" fmla="*/ 99489 h 115343"/>
                <a:gd name="csX18" fmla="*/ 107660 w 127284"/>
                <a:gd name="csY18" fmla="*/ 49646 h 115343"/>
                <a:gd name="csX19" fmla="*/ 99815 w 127284"/>
                <a:gd name="csY19" fmla="*/ 9719 h 115343"/>
                <a:gd name="csX20" fmla="*/ 73245 w 127284"/>
                <a:gd name="csY20" fmla="*/ 64 h 115343"/>
                <a:gd name="csX21" fmla="*/ 35793 w 127284"/>
                <a:gd name="csY21" fmla="*/ 27464 h 115343"/>
                <a:gd name="csX22" fmla="*/ 35793 w 127284"/>
                <a:gd name="csY22" fmla="*/ 64 h 115343"/>
                <a:gd name="csX23" fmla="*/ 113 w 127284"/>
                <a:gd name="csY23" fmla="*/ 2934 h 115343"/>
                <a:gd name="csX24" fmla="*/ 113 w 127284"/>
                <a:gd name="csY24" fmla="*/ 11024 h 115343"/>
                <a:gd name="csX25" fmla="*/ 19851 w 127284"/>
                <a:gd name="csY25" fmla="*/ 25638 h 11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27284" h="115343">
                  <a:moveTo>
                    <a:pt x="19851" y="25638"/>
                  </a:moveTo>
                  <a:lnTo>
                    <a:pt x="19851" y="95575"/>
                  </a:lnTo>
                  <a:cubicBezTo>
                    <a:pt x="19851" y="107318"/>
                    <a:pt x="17067" y="107318"/>
                    <a:pt x="113" y="107318"/>
                  </a:cubicBezTo>
                  <a:lnTo>
                    <a:pt x="113" y="115408"/>
                  </a:lnTo>
                  <a:cubicBezTo>
                    <a:pt x="8970" y="115147"/>
                    <a:pt x="21875" y="114625"/>
                    <a:pt x="28708" y="114625"/>
                  </a:cubicBezTo>
                  <a:cubicBezTo>
                    <a:pt x="35287" y="114625"/>
                    <a:pt x="48446" y="115147"/>
                    <a:pt x="57049" y="115408"/>
                  </a:cubicBezTo>
                  <a:lnTo>
                    <a:pt x="57049" y="107318"/>
                  </a:lnTo>
                  <a:cubicBezTo>
                    <a:pt x="40095" y="107318"/>
                    <a:pt x="37311" y="107318"/>
                    <a:pt x="37311" y="95575"/>
                  </a:cubicBezTo>
                  <a:lnTo>
                    <a:pt x="37311" y="47558"/>
                  </a:lnTo>
                  <a:cubicBezTo>
                    <a:pt x="37311" y="20419"/>
                    <a:pt x="55278" y="5805"/>
                    <a:pt x="71473" y="5805"/>
                  </a:cubicBezTo>
                  <a:cubicBezTo>
                    <a:pt x="87416" y="5805"/>
                    <a:pt x="90199" y="19897"/>
                    <a:pt x="90199" y="34771"/>
                  </a:cubicBezTo>
                  <a:lnTo>
                    <a:pt x="90199" y="95575"/>
                  </a:lnTo>
                  <a:cubicBezTo>
                    <a:pt x="90199" y="107318"/>
                    <a:pt x="87416" y="107318"/>
                    <a:pt x="70461" y="107318"/>
                  </a:cubicBezTo>
                  <a:lnTo>
                    <a:pt x="70461" y="115408"/>
                  </a:lnTo>
                  <a:cubicBezTo>
                    <a:pt x="79318" y="115147"/>
                    <a:pt x="92224" y="114625"/>
                    <a:pt x="99056" y="114625"/>
                  </a:cubicBezTo>
                  <a:cubicBezTo>
                    <a:pt x="105635" y="114625"/>
                    <a:pt x="118794" y="115147"/>
                    <a:pt x="127398" y="115408"/>
                  </a:cubicBezTo>
                  <a:lnTo>
                    <a:pt x="127398" y="107318"/>
                  </a:lnTo>
                  <a:cubicBezTo>
                    <a:pt x="114239" y="107318"/>
                    <a:pt x="107913" y="107318"/>
                    <a:pt x="107660" y="99489"/>
                  </a:cubicBezTo>
                  <a:lnTo>
                    <a:pt x="107660" y="49646"/>
                  </a:lnTo>
                  <a:cubicBezTo>
                    <a:pt x="107660" y="27203"/>
                    <a:pt x="107660" y="19114"/>
                    <a:pt x="99815" y="9719"/>
                  </a:cubicBezTo>
                  <a:cubicBezTo>
                    <a:pt x="96272" y="5283"/>
                    <a:pt x="87922" y="64"/>
                    <a:pt x="73245" y="64"/>
                  </a:cubicBezTo>
                  <a:cubicBezTo>
                    <a:pt x="54772" y="64"/>
                    <a:pt x="42879" y="11285"/>
                    <a:pt x="35793" y="27464"/>
                  </a:cubicBezTo>
                  <a:lnTo>
                    <a:pt x="35793" y="64"/>
                  </a:lnTo>
                  <a:lnTo>
                    <a:pt x="113" y="2934"/>
                  </a:lnTo>
                  <a:lnTo>
                    <a:pt x="113" y="11024"/>
                  </a:lnTo>
                  <a:cubicBezTo>
                    <a:pt x="17827" y="11024"/>
                    <a:pt x="19851" y="12851"/>
                    <a:pt x="19851" y="25638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75C263A-B87D-20A7-A363-F2B2E938767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574956" y="4013141"/>
              <a:ext cx="58707" cy="260958"/>
            </a:xfrm>
            <a:custGeom>
              <a:avLst/>
              <a:gdLst>
                <a:gd name="csX0" fmla="*/ 58826 w 58707"/>
                <a:gd name="csY0" fmla="*/ 258413 h 260958"/>
                <a:gd name="csX1" fmla="*/ 54524 w 58707"/>
                <a:gd name="csY1" fmla="*/ 252672 h 260958"/>
                <a:gd name="csX2" fmla="*/ 14795 w 58707"/>
                <a:gd name="csY2" fmla="*/ 130543 h 260958"/>
                <a:gd name="csX3" fmla="*/ 55537 w 58707"/>
                <a:gd name="csY3" fmla="*/ 7110 h 260958"/>
                <a:gd name="csX4" fmla="*/ 58826 w 58707"/>
                <a:gd name="csY4" fmla="*/ 2673 h 260958"/>
                <a:gd name="csX5" fmla="*/ 56296 w 58707"/>
                <a:gd name="csY5" fmla="*/ 64 h 260958"/>
                <a:gd name="csX6" fmla="*/ 16061 w 58707"/>
                <a:gd name="csY6" fmla="*/ 50951 h 260958"/>
                <a:gd name="csX7" fmla="*/ 119 w 58707"/>
                <a:gd name="csY7" fmla="*/ 130543 h 260958"/>
                <a:gd name="csX8" fmla="*/ 16820 w 58707"/>
                <a:gd name="csY8" fmla="*/ 211962 h 260958"/>
                <a:gd name="csX9" fmla="*/ 56296 w 58707"/>
                <a:gd name="csY9" fmla="*/ 261023 h 260958"/>
                <a:gd name="csX10" fmla="*/ 58826 w 58707"/>
                <a:gd name="csY10" fmla="*/ 258413 h 260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707" h="260958">
                  <a:moveTo>
                    <a:pt x="58826" y="258413"/>
                  </a:moveTo>
                  <a:cubicBezTo>
                    <a:pt x="58826" y="257630"/>
                    <a:pt x="58826" y="257108"/>
                    <a:pt x="54524" y="252672"/>
                  </a:cubicBezTo>
                  <a:cubicBezTo>
                    <a:pt x="22893" y="219791"/>
                    <a:pt x="14795" y="170470"/>
                    <a:pt x="14795" y="130543"/>
                  </a:cubicBezTo>
                  <a:cubicBezTo>
                    <a:pt x="14795" y="85136"/>
                    <a:pt x="24411" y="39729"/>
                    <a:pt x="55537" y="7110"/>
                  </a:cubicBezTo>
                  <a:cubicBezTo>
                    <a:pt x="58826" y="3978"/>
                    <a:pt x="58826" y="3456"/>
                    <a:pt x="58826" y="2673"/>
                  </a:cubicBezTo>
                  <a:cubicBezTo>
                    <a:pt x="58826" y="847"/>
                    <a:pt x="57814" y="64"/>
                    <a:pt x="56296" y="64"/>
                  </a:cubicBezTo>
                  <a:cubicBezTo>
                    <a:pt x="53765" y="64"/>
                    <a:pt x="30991" y="17809"/>
                    <a:pt x="16061" y="50951"/>
                  </a:cubicBezTo>
                  <a:cubicBezTo>
                    <a:pt x="3155" y="79656"/>
                    <a:pt x="119" y="108623"/>
                    <a:pt x="119" y="130543"/>
                  </a:cubicBezTo>
                  <a:cubicBezTo>
                    <a:pt x="119" y="150898"/>
                    <a:pt x="2902" y="182474"/>
                    <a:pt x="16820" y="211962"/>
                  </a:cubicBezTo>
                  <a:cubicBezTo>
                    <a:pt x="32003" y="244060"/>
                    <a:pt x="53765" y="261023"/>
                    <a:pt x="56296" y="261023"/>
                  </a:cubicBezTo>
                  <a:cubicBezTo>
                    <a:pt x="57814" y="261023"/>
                    <a:pt x="58826" y="260240"/>
                    <a:pt x="58826" y="258413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F14AA6-BD11-4E41-BE8C-1169E14CAA6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660712" y="4024884"/>
              <a:ext cx="174858" cy="234602"/>
            </a:xfrm>
            <a:custGeom>
              <a:avLst/>
              <a:gdLst>
                <a:gd name="csX0" fmla="*/ 98559 w 174858"/>
                <a:gd name="csY0" fmla="*/ 182474 h 234602"/>
                <a:gd name="csX1" fmla="*/ 174981 w 174858"/>
                <a:gd name="csY1" fmla="*/ 70262 h 234602"/>
                <a:gd name="csX2" fmla="*/ 110453 w 174858"/>
                <a:gd name="csY2" fmla="*/ 64 h 234602"/>
                <a:gd name="csX3" fmla="*/ 122 w 174858"/>
                <a:gd name="csY3" fmla="*/ 120105 h 234602"/>
                <a:gd name="csX4" fmla="*/ 64903 w 174858"/>
                <a:gd name="csY4" fmla="*/ 189781 h 234602"/>
                <a:gd name="csX5" fmla="*/ 89702 w 174858"/>
                <a:gd name="csY5" fmla="*/ 185866 h 234602"/>
                <a:gd name="csX6" fmla="*/ 88690 w 174858"/>
                <a:gd name="csY6" fmla="*/ 205960 h 234602"/>
                <a:gd name="csX7" fmla="*/ 109694 w 174858"/>
                <a:gd name="csY7" fmla="*/ 234666 h 234602"/>
                <a:gd name="csX8" fmla="*/ 151953 w 174858"/>
                <a:gd name="csY8" fmla="*/ 184040 h 234602"/>
                <a:gd name="csX9" fmla="*/ 149169 w 174858"/>
                <a:gd name="csY9" fmla="*/ 181430 h 234602"/>
                <a:gd name="csX10" fmla="*/ 146133 w 174858"/>
                <a:gd name="csY10" fmla="*/ 184301 h 234602"/>
                <a:gd name="csX11" fmla="*/ 116526 w 174858"/>
                <a:gd name="csY11" fmla="*/ 209353 h 234602"/>
                <a:gd name="csX12" fmla="*/ 98559 w 174858"/>
                <a:gd name="csY12" fmla="*/ 182474 h 234602"/>
                <a:gd name="csX13" fmla="*/ 50733 w 174858"/>
                <a:gd name="csY13" fmla="*/ 180386 h 234602"/>
                <a:gd name="csX14" fmla="*/ 22391 w 174858"/>
                <a:gd name="csY14" fmla="*/ 128456 h 234602"/>
                <a:gd name="csX15" fmla="*/ 48202 w 174858"/>
                <a:gd name="csY15" fmla="*/ 45210 h 234602"/>
                <a:gd name="csX16" fmla="*/ 108934 w 174858"/>
                <a:gd name="csY16" fmla="*/ 6588 h 234602"/>
                <a:gd name="csX17" fmla="*/ 152712 w 174858"/>
                <a:gd name="csY17" fmla="*/ 61911 h 234602"/>
                <a:gd name="csX18" fmla="*/ 97294 w 174858"/>
                <a:gd name="csY18" fmla="*/ 173601 h 234602"/>
                <a:gd name="csX19" fmla="*/ 75026 w 174858"/>
                <a:gd name="csY19" fmla="*/ 145418 h 234602"/>
                <a:gd name="csX20" fmla="*/ 49214 w 174858"/>
                <a:gd name="csY20" fmla="*/ 172036 h 234602"/>
                <a:gd name="csX21" fmla="*/ 50733 w 174858"/>
                <a:gd name="csY21" fmla="*/ 180386 h 234602"/>
                <a:gd name="csX22" fmla="*/ 66422 w 174858"/>
                <a:gd name="csY22" fmla="*/ 183257 h 234602"/>
                <a:gd name="csX23" fmla="*/ 54781 w 174858"/>
                <a:gd name="csY23" fmla="*/ 172036 h 234602"/>
                <a:gd name="csX24" fmla="*/ 75026 w 174858"/>
                <a:gd name="csY24" fmla="*/ 151159 h 234602"/>
                <a:gd name="csX25" fmla="*/ 90462 w 174858"/>
                <a:gd name="csY25" fmla="*/ 173340 h 234602"/>
                <a:gd name="csX26" fmla="*/ 87678 w 174858"/>
                <a:gd name="csY26" fmla="*/ 178560 h 234602"/>
                <a:gd name="csX27" fmla="*/ 66422 w 174858"/>
                <a:gd name="csY27" fmla="*/ 183257 h 234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74858" h="234602">
                  <a:moveTo>
                    <a:pt x="98559" y="182474"/>
                  </a:moveTo>
                  <a:cubicBezTo>
                    <a:pt x="137782" y="167077"/>
                    <a:pt x="174981" y="120627"/>
                    <a:pt x="174981" y="70262"/>
                  </a:cubicBezTo>
                  <a:cubicBezTo>
                    <a:pt x="174981" y="28247"/>
                    <a:pt x="148157" y="64"/>
                    <a:pt x="110453" y="64"/>
                  </a:cubicBezTo>
                  <a:cubicBezTo>
                    <a:pt x="55794" y="64"/>
                    <a:pt x="122" y="59301"/>
                    <a:pt x="122" y="120105"/>
                  </a:cubicBezTo>
                  <a:cubicBezTo>
                    <a:pt x="122" y="163424"/>
                    <a:pt x="28464" y="189781"/>
                    <a:pt x="64903" y="189781"/>
                  </a:cubicBezTo>
                  <a:cubicBezTo>
                    <a:pt x="71230" y="189781"/>
                    <a:pt x="79833" y="188737"/>
                    <a:pt x="89702" y="185866"/>
                  </a:cubicBezTo>
                  <a:cubicBezTo>
                    <a:pt x="88690" y="202046"/>
                    <a:pt x="88690" y="202568"/>
                    <a:pt x="88690" y="205960"/>
                  </a:cubicBezTo>
                  <a:cubicBezTo>
                    <a:pt x="88690" y="214311"/>
                    <a:pt x="88690" y="234666"/>
                    <a:pt x="109694" y="234666"/>
                  </a:cubicBezTo>
                  <a:cubicBezTo>
                    <a:pt x="139807" y="234666"/>
                    <a:pt x="151953" y="186910"/>
                    <a:pt x="151953" y="184040"/>
                  </a:cubicBezTo>
                  <a:cubicBezTo>
                    <a:pt x="151953" y="182213"/>
                    <a:pt x="150182" y="181430"/>
                    <a:pt x="149169" y="181430"/>
                  </a:cubicBezTo>
                  <a:cubicBezTo>
                    <a:pt x="147145" y="181430"/>
                    <a:pt x="146639" y="182735"/>
                    <a:pt x="146133" y="184301"/>
                  </a:cubicBezTo>
                  <a:cubicBezTo>
                    <a:pt x="140060" y="202829"/>
                    <a:pt x="125383" y="209353"/>
                    <a:pt x="116526" y="209353"/>
                  </a:cubicBezTo>
                  <a:cubicBezTo>
                    <a:pt x="104886" y="209353"/>
                    <a:pt x="101090" y="202307"/>
                    <a:pt x="98559" y="182474"/>
                  </a:cubicBezTo>
                  <a:close/>
                  <a:moveTo>
                    <a:pt x="50733" y="180386"/>
                  </a:moveTo>
                  <a:cubicBezTo>
                    <a:pt x="30995" y="172297"/>
                    <a:pt x="22391" y="151942"/>
                    <a:pt x="22391" y="128456"/>
                  </a:cubicBezTo>
                  <a:cubicBezTo>
                    <a:pt x="22391" y="110449"/>
                    <a:pt x="28970" y="73393"/>
                    <a:pt x="48202" y="45210"/>
                  </a:cubicBezTo>
                  <a:cubicBezTo>
                    <a:pt x="66675" y="18592"/>
                    <a:pt x="90462" y="6588"/>
                    <a:pt x="108934" y="6588"/>
                  </a:cubicBezTo>
                  <a:cubicBezTo>
                    <a:pt x="134239" y="6588"/>
                    <a:pt x="152712" y="26942"/>
                    <a:pt x="152712" y="61911"/>
                  </a:cubicBezTo>
                  <a:cubicBezTo>
                    <a:pt x="152712" y="88007"/>
                    <a:pt x="139807" y="149071"/>
                    <a:pt x="97294" y="173601"/>
                  </a:cubicBezTo>
                  <a:cubicBezTo>
                    <a:pt x="96029" y="164468"/>
                    <a:pt x="93498" y="145418"/>
                    <a:pt x="75026" y="145418"/>
                  </a:cubicBezTo>
                  <a:cubicBezTo>
                    <a:pt x="61614" y="145418"/>
                    <a:pt x="49214" y="158466"/>
                    <a:pt x="49214" y="172036"/>
                  </a:cubicBezTo>
                  <a:cubicBezTo>
                    <a:pt x="49214" y="177255"/>
                    <a:pt x="50733" y="180125"/>
                    <a:pt x="50733" y="180386"/>
                  </a:cubicBezTo>
                  <a:close/>
                  <a:moveTo>
                    <a:pt x="66422" y="183257"/>
                  </a:moveTo>
                  <a:cubicBezTo>
                    <a:pt x="62879" y="183257"/>
                    <a:pt x="54781" y="183257"/>
                    <a:pt x="54781" y="172036"/>
                  </a:cubicBezTo>
                  <a:cubicBezTo>
                    <a:pt x="54781" y="161597"/>
                    <a:pt x="64397" y="151159"/>
                    <a:pt x="75026" y="151159"/>
                  </a:cubicBezTo>
                  <a:cubicBezTo>
                    <a:pt x="85654" y="151159"/>
                    <a:pt x="90462" y="157422"/>
                    <a:pt x="90462" y="173340"/>
                  </a:cubicBezTo>
                  <a:cubicBezTo>
                    <a:pt x="90462" y="177255"/>
                    <a:pt x="90209" y="177516"/>
                    <a:pt x="87678" y="178560"/>
                  </a:cubicBezTo>
                  <a:cubicBezTo>
                    <a:pt x="81099" y="181430"/>
                    <a:pt x="73507" y="183257"/>
                    <a:pt x="66422" y="183257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12F83A2-D084-0319-A72E-3F92171599E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870126" y="4181198"/>
              <a:ext cx="29606" cy="78026"/>
            </a:xfrm>
            <a:custGeom>
              <a:avLst/>
              <a:gdLst>
                <a:gd name="csX0" fmla="*/ 29737 w 29606"/>
                <a:gd name="csY0" fmla="*/ 27464 h 78026"/>
                <a:gd name="csX1" fmla="*/ 13542 w 29606"/>
                <a:gd name="csY1" fmla="*/ 64 h 78026"/>
                <a:gd name="csX2" fmla="*/ 130 w 29606"/>
                <a:gd name="csY2" fmla="*/ 13895 h 78026"/>
                <a:gd name="csX3" fmla="*/ 13542 w 29606"/>
                <a:gd name="csY3" fmla="*/ 27725 h 78026"/>
                <a:gd name="csX4" fmla="*/ 22399 w 29606"/>
                <a:gd name="csY4" fmla="*/ 24333 h 78026"/>
                <a:gd name="csX5" fmla="*/ 23664 w 29606"/>
                <a:gd name="csY5" fmla="*/ 23550 h 78026"/>
                <a:gd name="csX6" fmla="*/ 24170 w 29606"/>
                <a:gd name="csY6" fmla="*/ 27464 h 78026"/>
                <a:gd name="csX7" fmla="*/ 6963 w 29606"/>
                <a:gd name="csY7" fmla="*/ 71045 h 78026"/>
                <a:gd name="csX8" fmla="*/ 4179 w 29606"/>
                <a:gd name="csY8" fmla="*/ 75220 h 78026"/>
                <a:gd name="csX9" fmla="*/ 6710 w 29606"/>
                <a:gd name="csY9" fmla="*/ 78090 h 78026"/>
                <a:gd name="csX10" fmla="*/ 29737 w 29606"/>
                <a:gd name="csY10" fmla="*/ 27464 h 7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606" h="78026">
                  <a:moveTo>
                    <a:pt x="29737" y="27464"/>
                  </a:moveTo>
                  <a:cubicBezTo>
                    <a:pt x="29737" y="10241"/>
                    <a:pt x="23411" y="64"/>
                    <a:pt x="13542" y="64"/>
                  </a:cubicBezTo>
                  <a:cubicBezTo>
                    <a:pt x="5191" y="64"/>
                    <a:pt x="130" y="6588"/>
                    <a:pt x="130" y="13895"/>
                  </a:cubicBezTo>
                  <a:cubicBezTo>
                    <a:pt x="130" y="20940"/>
                    <a:pt x="5191" y="27725"/>
                    <a:pt x="13542" y="27725"/>
                  </a:cubicBezTo>
                  <a:cubicBezTo>
                    <a:pt x="16579" y="27725"/>
                    <a:pt x="19868" y="26682"/>
                    <a:pt x="22399" y="24333"/>
                  </a:cubicBezTo>
                  <a:cubicBezTo>
                    <a:pt x="23158" y="23811"/>
                    <a:pt x="23411" y="23550"/>
                    <a:pt x="23664" y="23550"/>
                  </a:cubicBezTo>
                  <a:cubicBezTo>
                    <a:pt x="23917" y="23550"/>
                    <a:pt x="24170" y="23811"/>
                    <a:pt x="24170" y="27464"/>
                  </a:cubicBezTo>
                  <a:cubicBezTo>
                    <a:pt x="24170" y="46775"/>
                    <a:pt x="15313" y="62433"/>
                    <a:pt x="6963" y="71045"/>
                  </a:cubicBezTo>
                  <a:cubicBezTo>
                    <a:pt x="4179" y="73915"/>
                    <a:pt x="4179" y="74437"/>
                    <a:pt x="4179" y="75220"/>
                  </a:cubicBezTo>
                  <a:cubicBezTo>
                    <a:pt x="4179" y="77047"/>
                    <a:pt x="5444" y="78090"/>
                    <a:pt x="6710" y="78090"/>
                  </a:cubicBezTo>
                  <a:cubicBezTo>
                    <a:pt x="9493" y="78090"/>
                    <a:pt x="29737" y="57997"/>
                    <a:pt x="29737" y="27464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DF0EB52-14CC-3CAF-8EF8-54F8E820499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970446" y="4030625"/>
              <a:ext cx="215346" cy="178234"/>
            </a:xfrm>
            <a:custGeom>
              <a:avLst/>
              <a:gdLst>
                <a:gd name="csX0" fmla="*/ 119322 w 215346"/>
                <a:gd name="csY0" fmla="*/ 72871 h 178234"/>
                <a:gd name="csX1" fmla="*/ 118056 w 215346"/>
                <a:gd name="csY1" fmla="*/ 69218 h 178234"/>
                <a:gd name="csX2" fmla="*/ 125395 w 215346"/>
                <a:gd name="csY2" fmla="*/ 63216 h 178234"/>
                <a:gd name="csX3" fmla="*/ 169679 w 215346"/>
                <a:gd name="csY3" fmla="*/ 27986 h 178234"/>
                <a:gd name="csX4" fmla="*/ 210926 w 215346"/>
                <a:gd name="csY4" fmla="*/ 8153 h 178234"/>
                <a:gd name="csX5" fmla="*/ 215481 w 215346"/>
                <a:gd name="csY5" fmla="*/ 2934 h 178234"/>
                <a:gd name="csX6" fmla="*/ 212698 w 215346"/>
                <a:gd name="csY6" fmla="*/ 64 h 178234"/>
                <a:gd name="csX7" fmla="*/ 194731 w 215346"/>
                <a:gd name="csY7" fmla="*/ 847 h 178234"/>
                <a:gd name="csX8" fmla="*/ 166642 w 215346"/>
                <a:gd name="csY8" fmla="*/ 64 h 178234"/>
                <a:gd name="csX9" fmla="*/ 161834 w 215346"/>
                <a:gd name="csY9" fmla="*/ 5283 h 178234"/>
                <a:gd name="csX10" fmla="*/ 164871 w 215346"/>
                <a:gd name="csY10" fmla="*/ 8153 h 178234"/>
                <a:gd name="csX11" fmla="*/ 172716 w 215346"/>
                <a:gd name="csY11" fmla="*/ 13634 h 178234"/>
                <a:gd name="csX12" fmla="*/ 163606 w 215346"/>
                <a:gd name="csY12" fmla="*/ 25638 h 178234"/>
                <a:gd name="csX13" fmla="*/ 64916 w 215346"/>
                <a:gd name="csY13" fmla="*/ 103925 h 178234"/>
                <a:gd name="csX14" fmla="*/ 85160 w 215346"/>
                <a:gd name="csY14" fmla="*/ 20158 h 178234"/>
                <a:gd name="csX15" fmla="*/ 106416 w 215346"/>
                <a:gd name="csY15" fmla="*/ 8153 h 178234"/>
                <a:gd name="csX16" fmla="*/ 115020 w 215346"/>
                <a:gd name="csY16" fmla="*/ 2934 h 178234"/>
                <a:gd name="csX17" fmla="*/ 111477 w 215346"/>
                <a:gd name="csY17" fmla="*/ 64 h 178234"/>
                <a:gd name="csX18" fmla="*/ 79087 w 215346"/>
                <a:gd name="csY18" fmla="*/ 847 h 178234"/>
                <a:gd name="csX19" fmla="*/ 46443 w 215346"/>
                <a:gd name="csY19" fmla="*/ 64 h 178234"/>
                <a:gd name="csX20" fmla="*/ 41382 w 215346"/>
                <a:gd name="csY20" fmla="*/ 5022 h 178234"/>
                <a:gd name="csX21" fmla="*/ 48720 w 215346"/>
                <a:gd name="csY21" fmla="*/ 8153 h 178234"/>
                <a:gd name="csX22" fmla="*/ 59602 w 215346"/>
                <a:gd name="csY22" fmla="*/ 8675 h 178234"/>
                <a:gd name="csX23" fmla="*/ 65169 w 215346"/>
                <a:gd name="csY23" fmla="*/ 12851 h 178234"/>
                <a:gd name="csX24" fmla="*/ 64157 w 215346"/>
                <a:gd name="csY24" fmla="*/ 17809 h 178234"/>
                <a:gd name="csX25" fmla="*/ 30248 w 215346"/>
                <a:gd name="csY25" fmla="*/ 157944 h 178234"/>
                <a:gd name="csX26" fmla="*/ 7220 w 215346"/>
                <a:gd name="csY26" fmla="*/ 170209 h 178234"/>
                <a:gd name="csX27" fmla="*/ 135 w 215346"/>
                <a:gd name="csY27" fmla="*/ 175167 h 178234"/>
                <a:gd name="csX28" fmla="*/ 3930 w 215346"/>
                <a:gd name="csY28" fmla="*/ 178299 h 178234"/>
                <a:gd name="csX29" fmla="*/ 36068 w 215346"/>
                <a:gd name="csY29" fmla="*/ 177516 h 178234"/>
                <a:gd name="csX30" fmla="*/ 52263 w 215346"/>
                <a:gd name="csY30" fmla="*/ 177777 h 178234"/>
                <a:gd name="csX31" fmla="*/ 68712 w 215346"/>
                <a:gd name="csY31" fmla="*/ 178299 h 178234"/>
                <a:gd name="csX32" fmla="*/ 73773 w 215346"/>
                <a:gd name="csY32" fmla="*/ 173079 h 178234"/>
                <a:gd name="csX33" fmla="*/ 66687 w 215346"/>
                <a:gd name="csY33" fmla="*/ 170209 h 178234"/>
                <a:gd name="csX34" fmla="*/ 50239 w 215346"/>
                <a:gd name="csY34" fmla="*/ 165512 h 178234"/>
                <a:gd name="csX35" fmla="*/ 52516 w 215346"/>
                <a:gd name="csY35" fmla="*/ 154029 h 178234"/>
                <a:gd name="csX36" fmla="*/ 62638 w 215346"/>
                <a:gd name="csY36" fmla="*/ 113059 h 178234"/>
                <a:gd name="csX37" fmla="*/ 100343 w 215346"/>
                <a:gd name="csY37" fmla="*/ 82788 h 178234"/>
                <a:gd name="csX38" fmla="*/ 129697 w 215346"/>
                <a:gd name="csY38" fmla="*/ 152986 h 178234"/>
                <a:gd name="csX39" fmla="*/ 132733 w 215346"/>
                <a:gd name="csY39" fmla="*/ 162119 h 178234"/>
                <a:gd name="csX40" fmla="*/ 119575 w 215346"/>
                <a:gd name="csY40" fmla="*/ 170209 h 178234"/>
                <a:gd name="csX41" fmla="*/ 114008 w 215346"/>
                <a:gd name="csY41" fmla="*/ 175428 h 178234"/>
                <a:gd name="csX42" fmla="*/ 117550 w 215346"/>
                <a:gd name="csY42" fmla="*/ 178299 h 178234"/>
                <a:gd name="csX43" fmla="*/ 148423 w 215346"/>
                <a:gd name="csY43" fmla="*/ 177516 h 178234"/>
                <a:gd name="csX44" fmla="*/ 173222 w 215346"/>
                <a:gd name="csY44" fmla="*/ 178299 h 178234"/>
                <a:gd name="csX45" fmla="*/ 177777 w 215346"/>
                <a:gd name="csY45" fmla="*/ 173079 h 178234"/>
                <a:gd name="csX46" fmla="*/ 172716 w 215346"/>
                <a:gd name="csY46" fmla="*/ 170209 h 178234"/>
                <a:gd name="csX47" fmla="*/ 155255 w 215346"/>
                <a:gd name="csY47" fmla="*/ 158466 h 178234"/>
                <a:gd name="csX48" fmla="*/ 119322 w 215346"/>
                <a:gd name="csY48" fmla="*/ 72871 h 1782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215346" h="178234">
                  <a:moveTo>
                    <a:pt x="119322" y="72871"/>
                  </a:moveTo>
                  <a:cubicBezTo>
                    <a:pt x="119069" y="72088"/>
                    <a:pt x="118056" y="70001"/>
                    <a:pt x="118056" y="69218"/>
                  </a:cubicBezTo>
                  <a:cubicBezTo>
                    <a:pt x="118056" y="68957"/>
                    <a:pt x="122611" y="65303"/>
                    <a:pt x="125395" y="63216"/>
                  </a:cubicBezTo>
                  <a:lnTo>
                    <a:pt x="169679" y="27986"/>
                  </a:lnTo>
                  <a:cubicBezTo>
                    <a:pt x="193466" y="9980"/>
                    <a:pt x="203335" y="8936"/>
                    <a:pt x="210926" y="8153"/>
                  </a:cubicBezTo>
                  <a:cubicBezTo>
                    <a:pt x="212951" y="7892"/>
                    <a:pt x="215481" y="7632"/>
                    <a:pt x="215481" y="2934"/>
                  </a:cubicBezTo>
                  <a:cubicBezTo>
                    <a:pt x="215481" y="1890"/>
                    <a:pt x="214722" y="64"/>
                    <a:pt x="212698" y="64"/>
                  </a:cubicBezTo>
                  <a:cubicBezTo>
                    <a:pt x="207130" y="64"/>
                    <a:pt x="200804" y="847"/>
                    <a:pt x="194731" y="847"/>
                  </a:cubicBezTo>
                  <a:cubicBezTo>
                    <a:pt x="185621" y="847"/>
                    <a:pt x="175752" y="64"/>
                    <a:pt x="166642" y="64"/>
                  </a:cubicBezTo>
                  <a:cubicBezTo>
                    <a:pt x="164871" y="64"/>
                    <a:pt x="161834" y="64"/>
                    <a:pt x="161834" y="5283"/>
                  </a:cubicBezTo>
                  <a:cubicBezTo>
                    <a:pt x="161834" y="7110"/>
                    <a:pt x="163100" y="7892"/>
                    <a:pt x="164871" y="8153"/>
                  </a:cubicBezTo>
                  <a:cubicBezTo>
                    <a:pt x="170438" y="8675"/>
                    <a:pt x="172716" y="9980"/>
                    <a:pt x="172716" y="13634"/>
                  </a:cubicBezTo>
                  <a:cubicBezTo>
                    <a:pt x="172716" y="18331"/>
                    <a:pt x="165124" y="24333"/>
                    <a:pt x="163606" y="25638"/>
                  </a:cubicBezTo>
                  <a:lnTo>
                    <a:pt x="64916" y="103925"/>
                  </a:lnTo>
                  <a:lnTo>
                    <a:pt x="85160" y="20158"/>
                  </a:lnTo>
                  <a:cubicBezTo>
                    <a:pt x="87437" y="10763"/>
                    <a:pt x="87943" y="8153"/>
                    <a:pt x="106416" y="8153"/>
                  </a:cubicBezTo>
                  <a:cubicBezTo>
                    <a:pt x="112742" y="8153"/>
                    <a:pt x="115020" y="8153"/>
                    <a:pt x="115020" y="2934"/>
                  </a:cubicBezTo>
                  <a:cubicBezTo>
                    <a:pt x="115020" y="586"/>
                    <a:pt x="112995" y="64"/>
                    <a:pt x="111477" y="64"/>
                  </a:cubicBezTo>
                  <a:cubicBezTo>
                    <a:pt x="104392" y="64"/>
                    <a:pt x="86172" y="847"/>
                    <a:pt x="79087" y="847"/>
                  </a:cubicBezTo>
                  <a:cubicBezTo>
                    <a:pt x="71748" y="847"/>
                    <a:pt x="53782" y="64"/>
                    <a:pt x="46443" y="64"/>
                  </a:cubicBezTo>
                  <a:cubicBezTo>
                    <a:pt x="44672" y="64"/>
                    <a:pt x="41382" y="64"/>
                    <a:pt x="41382" y="5022"/>
                  </a:cubicBezTo>
                  <a:cubicBezTo>
                    <a:pt x="41382" y="8153"/>
                    <a:pt x="43659" y="8153"/>
                    <a:pt x="48720" y="8153"/>
                  </a:cubicBezTo>
                  <a:cubicBezTo>
                    <a:pt x="52010" y="8153"/>
                    <a:pt x="56565" y="8414"/>
                    <a:pt x="59602" y="8675"/>
                  </a:cubicBezTo>
                  <a:cubicBezTo>
                    <a:pt x="63651" y="9197"/>
                    <a:pt x="65169" y="9980"/>
                    <a:pt x="65169" y="12851"/>
                  </a:cubicBezTo>
                  <a:cubicBezTo>
                    <a:pt x="65169" y="13895"/>
                    <a:pt x="64916" y="14677"/>
                    <a:pt x="64157" y="17809"/>
                  </a:cubicBezTo>
                  <a:lnTo>
                    <a:pt x="30248" y="157944"/>
                  </a:lnTo>
                  <a:cubicBezTo>
                    <a:pt x="27717" y="168121"/>
                    <a:pt x="27211" y="170209"/>
                    <a:pt x="7220" y="170209"/>
                  </a:cubicBezTo>
                  <a:cubicBezTo>
                    <a:pt x="2918" y="170209"/>
                    <a:pt x="135" y="170209"/>
                    <a:pt x="135" y="175167"/>
                  </a:cubicBezTo>
                  <a:cubicBezTo>
                    <a:pt x="135" y="178299"/>
                    <a:pt x="3171" y="178299"/>
                    <a:pt x="3930" y="178299"/>
                  </a:cubicBezTo>
                  <a:cubicBezTo>
                    <a:pt x="11016" y="178299"/>
                    <a:pt x="28982" y="177516"/>
                    <a:pt x="36068" y="177516"/>
                  </a:cubicBezTo>
                  <a:cubicBezTo>
                    <a:pt x="41382" y="177516"/>
                    <a:pt x="46949" y="177777"/>
                    <a:pt x="52263" y="177777"/>
                  </a:cubicBezTo>
                  <a:cubicBezTo>
                    <a:pt x="57830" y="177777"/>
                    <a:pt x="63397" y="178299"/>
                    <a:pt x="68712" y="178299"/>
                  </a:cubicBezTo>
                  <a:cubicBezTo>
                    <a:pt x="70483" y="178299"/>
                    <a:pt x="73773" y="178299"/>
                    <a:pt x="73773" y="173079"/>
                  </a:cubicBezTo>
                  <a:cubicBezTo>
                    <a:pt x="73773" y="170209"/>
                    <a:pt x="71495" y="170209"/>
                    <a:pt x="66687" y="170209"/>
                  </a:cubicBezTo>
                  <a:cubicBezTo>
                    <a:pt x="57324" y="170209"/>
                    <a:pt x="50239" y="170209"/>
                    <a:pt x="50239" y="165512"/>
                  </a:cubicBezTo>
                  <a:cubicBezTo>
                    <a:pt x="50239" y="163685"/>
                    <a:pt x="51757" y="157944"/>
                    <a:pt x="52516" y="154029"/>
                  </a:cubicBezTo>
                  <a:cubicBezTo>
                    <a:pt x="56059" y="140460"/>
                    <a:pt x="59349" y="126629"/>
                    <a:pt x="62638" y="113059"/>
                  </a:cubicBezTo>
                  <a:lnTo>
                    <a:pt x="100343" y="82788"/>
                  </a:lnTo>
                  <a:lnTo>
                    <a:pt x="129697" y="152986"/>
                  </a:lnTo>
                  <a:cubicBezTo>
                    <a:pt x="132733" y="160032"/>
                    <a:pt x="132733" y="160553"/>
                    <a:pt x="132733" y="162119"/>
                  </a:cubicBezTo>
                  <a:cubicBezTo>
                    <a:pt x="132733" y="169948"/>
                    <a:pt x="121852" y="170209"/>
                    <a:pt x="119575" y="170209"/>
                  </a:cubicBezTo>
                  <a:cubicBezTo>
                    <a:pt x="116791" y="170209"/>
                    <a:pt x="114008" y="170209"/>
                    <a:pt x="114008" y="175428"/>
                  </a:cubicBezTo>
                  <a:cubicBezTo>
                    <a:pt x="114008" y="178299"/>
                    <a:pt x="117044" y="178299"/>
                    <a:pt x="117550" y="178299"/>
                  </a:cubicBezTo>
                  <a:cubicBezTo>
                    <a:pt x="127672" y="178299"/>
                    <a:pt x="138301" y="177516"/>
                    <a:pt x="148423" y="177516"/>
                  </a:cubicBezTo>
                  <a:cubicBezTo>
                    <a:pt x="153990" y="177516"/>
                    <a:pt x="167654" y="178299"/>
                    <a:pt x="173222" y="178299"/>
                  </a:cubicBezTo>
                  <a:cubicBezTo>
                    <a:pt x="174487" y="178299"/>
                    <a:pt x="177777" y="178299"/>
                    <a:pt x="177777" y="173079"/>
                  </a:cubicBezTo>
                  <a:cubicBezTo>
                    <a:pt x="177777" y="170209"/>
                    <a:pt x="174993" y="170209"/>
                    <a:pt x="172716" y="170209"/>
                  </a:cubicBezTo>
                  <a:cubicBezTo>
                    <a:pt x="162340" y="169948"/>
                    <a:pt x="159051" y="167599"/>
                    <a:pt x="155255" y="158466"/>
                  </a:cubicBezTo>
                  <a:lnTo>
                    <a:pt x="119322" y="72871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3664C23-370A-428C-7786-1AE7A261D9F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201552" y="4181198"/>
              <a:ext cx="29606" cy="78026"/>
            </a:xfrm>
            <a:custGeom>
              <a:avLst/>
              <a:gdLst>
                <a:gd name="csX0" fmla="*/ 29750 w 29606"/>
                <a:gd name="csY0" fmla="*/ 27464 h 78026"/>
                <a:gd name="csX1" fmla="*/ 13555 w 29606"/>
                <a:gd name="csY1" fmla="*/ 64 h 78026"/>
                <a:gd name="csX2" fmla="*/ 143 w 29606"/>
                <a:gd name="csY2" fmla="*/ 13895 h 78026"/>
                <a:gd name="csX3" fmla="*/ 13555 w 29606"/>
                <a:gd name="csY3" fmla="*/ 27725 h 78026"/>
                <a:gd name="csX4" fmla="*/ 22412 w 29606"/>
                <a:gd name="csY4" fmla="*/ 24333 h 78026"/>
                <a:gd name="csX5" fmla="*/ 23677 w 29606"/>
                <a:gd name="csY5" fmla="*/ 23550 h 78026"/>
                <a:gd name="csX6" fmla="*/ 24183 w 29606"/>
                <a:gd name="csY6" fmla="*/ 27464 h 78026"/>
                <a:gd name="csX7" fmla="*/ 6976 w 29606"/>
                <a:gd name="csY7" fmla="*/ 71045 h 78026"/>
                <a:gd name="csX8" fmla="*/ 4192 w 29606"/>
                <a:gd name="csY8" fmla="*/ 75220 h 78026"/>
                <a:gd name="csX9" fmla="*/ 6723 w 29606"/>
                <a:gd name="csY9" fmla="*/ 78090 h 78026"/>
                <a:gd name="csX10" fmla="*/ 29750 w 29606"/>
                <a:gd name="csY10" fmla="*/ 27464 h 7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606" h="78026">
                  <a:moveTo>
                    <a:pt x="29750" y="27464"/>
                  </a:moveTo>
                  <a:cubicBezTo>
                    <a:pt x="29750" y="10241"/>
                    <a:pt x="23424" y="64"/>
                    <a:pt x="13555" y="64"/>
                  </a:cubicBezTo>
                  <a:cubicBezTo>
                    <a:pt x="5204" y="64"/>
                    <a:pt x="143" y="6588"/>
                    <a:pt x="143" y="13895"/>
                  </a:cubicBezTo>
                  <a:cubicBezTo>
                    <a:pt x="143" y="20940"/>
                    <a:pt x="5204" y="27725"/>
                    <a:pt x="13555" y="27725"/>
                  </a:cubicBezTo>
                  <a:cubicBezTo>
                    <a:pt x="16592" y="27725"/>
                    <a:pt x="19881" y="26682"/>
                    <a:pt x="22412" y="24333"/>
                  </a:cubicBezTo>
                  <a:cubicBezTo>
                    <a:pt x="23171" y="23811"/>
                    <a:pt x="23424" y="23550"/>
                    <a:pt x="23677" y="23550"/>
                  </a:cubicBezTo>
                  <a:cubicBezTo>
                    <a:pt x="23930" y="23550"/>
                    <a:pt x="24183" y="23811"/>
                    <a:pt x="24183" y="27464"/>
                  </a:cubicBezTo>
                  <a:cubicBezTo>
                    <a:pt x="24183" y="46775"/>
                    <a:pt x="15326" y="62433"/>
                    <a:pt x="6976" y="71045"/>
                  </a:cubicBezTo>
                  <a:cubicBezTo>
                    <a:pt x="4192" y="73915"/>
                    <a:pt x="4192" y="74437"/>
                    <a:pt x="4192" y="75220"/>
                  </a:cubicBezTo>
                  <a:cubicBezTo>
                    <a:pt x="4192" y="77047"/>
                    <a:pt x="5457" y="78090"/>
                    <a:pt x="6723" y="78090"/>
                  </a:cubicBezTo>
                  <a:cubicBezTo>
                    <a:pt x="9506" y="78090"/>
                    <a:pt x="29750" y="57997"/>
                    <a:pt x="29750" y="27464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5CC8C80-9D8E-D259-A360-2609FFE64B8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306427" y="4030625"/>
              <a:ext cx="180425" cy="183976"/>
            </a:xfrm>
            <a:custGeom>
              <a:avLst/>
              <a:gdLst>
                <a:gd name="csX0" fmla="*/ 144893 w 180425"/>
                <a:gd name="csY0" fmla="*/ 29813 h 183976"/>
                <a:gd name="csX1" fmla="*/ 177283 w 180425"/>
                <a:gd name="csY1" fmla="*/ 8153 h 183976"/>
                <a:gd name="csX2" fmla="*/ 180573 w 180425"/>
                <a:gd name="csY2" fmla="*/ 3195 h 183976"/>
                <a:gd name="csX3" fmla="*/ 177283 w 180425"/>
                <a:gd name="csY3" fmla="*/ 64 h 183976"/>
                <a:gd name="csX4" fmla="*/ 156533 w 180425"/>
                <a:gd name="csY4" fmla="*/ 847 h 183976"/>
                <a:gd name="csX5" fmla="*/ 131481 w 180425"/>
                <a:gd name="csY5" fmla="*/ 64 h 183976"/>
                <a:gd name="csX6" fmla="*/ 126673 w 180425"/>
                <a:gd name="csY6" fmla="*/ 5022 h 183976"/>
                <a:gd name="csX7" fmla="*/ 130722 w 180425"/>
                <a:gd name="csY7" fmla="*/ 8153 h 183976"/>
                <a:gd name="csX8" fmla="*/ 142362 w 180425"/>
                <a:gd name="csY8" fmla="*/ 16765 h 183976"/>
                <a:gd name="csX9" fmla="*/ 138567 w 180425"/>
                <a:gd name="csY9" fmla="*/ 26682 h 183976"/>
                <a:gd name="csX10" fmla="*/ 60880 w 180425"/>
                <a:gd name="csY10" fmla="*/ 154029 h 183976"/>
                <a:gd name="csX11" fmla="*/ 43673 w 180425"/>
                <a:gd name="csY11" fmla="*/ 15982 h 183976"/>
                <a:gd name="csX12" fmla="*/ 61133 w 180425"/>
                <a:gd name="csY12" fmla="*/ 8153 h 183976"/>
                <a:gd name="csX13" fmla="*/ 67459 w 180425"/>
                <a:gd name="csY13" fmla="*/ 2934 h 183976"/>
                <a:gd name="csX14" fmla="*/ 63917 w 180425"/>
                <a:gd name="csY14" fmla="*/ 64 h 183976"/>
                <a:gd name="csX15" fmla="*/ 32538 w 180425"/>
                <a:gd name="csY15" fmla="*/ 847 h 183976"/>
                <a:gd name="csX16" fmla="*/ 18620 w 180425"/>
                <a:gd name="csY16" fmla="*/ 586 h 183976"/>
                <a:gd name="csX17" fmla="*/ 4956 w 180425"/>
                <a:gd name="csY17" fmla="*/ 64 h 183976"/>
                <a:gd name="csX18" fmla="*/ 148 w 180425"/>
                <a:gd name="csY18" fmla="*/ 5022 h 183976"/>
                <a:gd name="csX19" fmla="*/ 6474 w 180425"/>
                <a:gd name="csY19" fmla="*/ 8153 h 183976"/>
                <a:gd name="csX20" fmla="*/ 21657 w 180425"/>
                <a:gd name="csY20" fmla="*/ 17026 h 183976"/>
                <a:gd name="csX21" fmla="*/ 41648 w 180425"/>
                <a:gd name="csY21" fmla="*/ 178038 h 183976"/>
                <a:gd name="csX22" fmla="*/ 46709 w 180425"/>
                <a:gd name="csY22" fmla="*/ 184040 h 183976"/>
                <a:gd name="csX23" fmla="*/ 53795 w 180425"/>
                <a:gd name="csY23" fmla="*/ 179342 h 183976"/>
                <a:gd name="csX24" fmla="*/ 144893 w 180425"/>
                <a:gd name="csY24" fmla="*/ 29813 h 183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0425" h="183976">
                  <a:moveTo>
                    <a:pt x="144893" y="29813"/>
                  </a:moveTo>
                  <a:cubicBezTo>
                    <a:pt x="157292" y="9458"/>
                    <a:pt x="167921" y="8675"/>
                    <a:pt x="177283" y="8153"/>
                  </a:cubicBezTo>
                  <a:cubicBezTo>
                    <a:pt x="180320" y="7892"/>
                    <a:pt x="180573" y="3456"/>
                    <a:pt x="180573" y="3195"/>
                  </a:cubicBezTo>
                  <a:cubicBezTo>
                    <a:pt x="180573" y="1108"/>
                    <a:pt x="179308" y="64"/>
                    <a:pt x="177283" y="64"/>
                  </a:cubicBezTo>
                  <a:cubicBezTo>
                    <a:pt x="170704" y="64"/>
                    <a:pt x="163366" y="847"/>
                    <a:pt x="156533" y="847"/>
                  </a:cubicBezTo>
                  <a:cubicBezTo>
                    <a:pt x="148183" y="847"/>
                    <a:pt x="139579" y="64"/>
                    <a:pt x="131481" y="64"/>
                  </a:cubicBezTo>
                  <a:cubicBezTo>
                    <a:pt x="129963" y="64"/>
                    <a:pt x="126673" y="64"/>
                    <a:pt x="126673" y="5022"/>
                  </a:cubicBezTo>
                  <a:cubicBezTo>
                    <a:pt x="126673" y="7892"/>
                    <a:pt x="128951" y="8153"/>
                    <a:pt x="130722" y="8153"/>
                  </a:cubicBezTo>
                  <a:cubicBezTo>
                    <a:pt x="137554" y="8675"/>
                    <a:pt x="142362" y="11285"/>
                    <a:pt x="142362" y="16765"/>
                  </a:cubicBezTo>
                  <a:cubicBezTo>
                    <a:pt x="142362" y="20679"/>
                    <a:pt x="138567" y="26421"/>
                    <a:pt x="138567" y="26682"/>
                  </a:cubicBezTo>
                  <a:lnTo>
                    <a:pt x="60880" y="154029"/>
                  </a:lnTo>
                  <a:lnTo>
                    <a:pt x="43673" y="15982"/>
                  </a:lnTo>
                  <a:cubicBezTo>
                    <a:pt x="43673" y="11546"/>
                    <a:pt x="49493" y="8153"/>
                    <a:pt x="61133" y="8153"/>
                  </a:cubicBezTo>
                  <a:cubicBezTo>
                    <a:pt x="64676" y="8153"/>
                    <a:pt x="67459" y="8153"/>
                    <a:pt x="67459" y="2934"/>
                  </a:cubicBezTo>
                  <a:cubicBezTo>
                    <a:pt x="67459" y="586"/>
                    <a:pt x="65435" y="64"/>
                    <a:pt x="63917" y="64"/>
                  </a:cubicBezTo>
                  <a:cubicBezTo>
                    <a:pt x="53795" y="64"/>
                    <a:pt x="42913" y="847"/>
                    <a:pt x="32538" y="847"/>
                  </a:cubicBezTo>
                  <a:cubicBezTo>
                    <a:pt x="27983" y="847"/>
                    <a:pt x="23175" y="586"/>
                    <a:pt x="18620" y="586"/>
                  </a:cubicBezTo>
                  <a:cubicBezTo>
                    <a:pt x="14066" y="586"/>
                    <a:pt x="9258" y="64"/>
                    <a:pt x="4956" y="64"/>
                  </a:cubicBezTo>
                  <a:cubicBezTo>
                    <a:pt x="3184" y="64"/>
                    <a:pt x="148" y="64"/>
                    <a:pt x="148" y="5022"/>
                  </a:cubicBezTo>
                  <a:cubicBezTo>
                    <a:pt x="148" y="8153"/>
                    <a:pt x="2425" y="8153"/>
                    <a:pt x="6474" y="8153"/>
                  </a:cubicBezTo>
                  <a:cubicBezTo>
                    <a:pt x="20645" y="8153"/>
                    <a:pt x="20898" y="10502"/>
                    <a:pt x="21657" y="17026"/>
                  </a:cubicBezTo>
                  <a:lnTo>
                    <a:pt x="41648" y="178038"/>
                  </a:lnTo>
                  <a:cubicBezTo>
                    <a:pt x="42407" y="183257"/>
                    <a:pt x="43419" y="184040"/>
                    <a:pt x="46709" y="184040"/>
                  </a:cubicBezTo>
                  <a:cubicBezTo>
                    <a:pt x="50758" y="184040"/>
                    <a:pt x="51770" y="182735"/>
                    <a:pt x="53795" y="179342"/>
                  </a:cubicBezTo>
                  <a:lnTo>
                    <a:pt x="144893" y="29813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A30475D-11E6-6A87-0712-C23A74F9848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510527" y="4013141"/>
              <a:ext cx="58707" cy="260958"/>
            </a:xfrm>
            <a:custGeom>
              <a:avLst/>
              <a:gdLst>
                <a:gd name="csX0" fmla="*/ 58864 w 58707"/>
                <a:gd name="csY0" fmla="*/ 130543 h 260958"/>
                <a:gd name="csX1" fmla="*/ 42162 w 58707"/>
                <a:gd name="csY1" fmla="*/ 49124 h 260958"/>
                <a:gd name="csX2" fmla="*/ 2686 w 58707"/>
                <a:gd name="csY2" fmla="*/ 64 h 260958"/>
                <a:gd name="csX3" fmla="*/ 156 w 58707"/>
                <a:gd name="csY3" fmla="*/ 2673 h 260958"/>
                <a:gd name="csX4" fmla="*/ 4964 w 58707"/>
                <a:gd name="csY4" fmla="*/ 8675 h 260958"/>
                <a:gd name="csX5" fmla="*/ 44187 w 58707"/>
                <a:gd name="csY5" fmla="*/ 130543 h 260958"/>
                <a:gd name="csX6" fmla="*/ 3445 w 58707"/>
                <a:gd name="csY6" fmla="*/ 253977 h 260958"/>
                <a:gd name="csX7" fmla="*/ 156 w 58707"/>
                <a:gd name="csY7" fmla="*/ 258413 h 260958"/>
                <a:gd name="csX8" fmla="*/ 2686 w 58707"/>
                <a:gd name="csY8" fmla="*/ 261023 h 260958"/>
                <a:gd name="csX9" fmla="*/ 42921 w 58707"/>
                <a:gd name="csY9" fmla="*/ 210136 h 260958"/>
                <a:gd name="csX10" fmla="*/ 58864 w 58707"/>
                <a:gd name="csY10" fmla="*/ 130543 h 260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707" h="260958">
                  <a:moveTo>
                    <a:pt x="58864" y="130543"/>
                  </a:moveTo>
                  <a:cubicBezTo>
                    <a:pt x="58864" y="110188"/>
                    <a:pt x="56080" y="78612"/>
                    <a:pt x="42162" y="49124"/>
                  </a:cubicBezTo>
                  <a:cubicBezTo>
                    <a:pt x="26979" y="17026"/>
                    <a:pt x="5217" y="64"/>
                    <a:pt x="2686" y="64"/>
                  </a:cubicBezTo>
                  <a:cubicBezTo>
                    <a:pt x="1168" y="64"/>
                    <a:pt x="156" y="1108"/>
                    <a:pt x="156" y="2673"/>
                  </a:cubicBezTo>
                  <a:cubicBezTo>
                    <a:pt x="156" y="3456"/>
                    <a:pt x="156" y="3978"/>
                    <a:pt x="4964" y="8675"/>
                  </a:cubicBezTo>
                  <a:cubicBezTo>
                    <a:pt x="29763" y="34510"/>
                    <a:pt x="44187" y="76003"/>
                    <a:pt x="44187" y="130543"/>
                  </a:cubicBezTo>
                  <a:cubicBezTo>
                    <a:pt x="44187" y="175167"/>
                    <a:pt x="34824" y="221096"/>
                    <a:pt x="3445" y="253977"/>
                  </a:cubicBezTo>
                  <a:cubicBezTo>
                    <a:pt x="156" y="257108"/>
                    <a:pt x="156" y="257630"/>
                    <a:pt x="156" y="258413"/>
                  </a:cubicBezTo>
                  <a:cubicBezTo>
                    <a:pt x="156" y="259979"/>
                    <a:pt x="1168" y="261023"/>
                    <a:pt x="2686" y="261023"/>
                  </a:cubicBezTo>
                  <a:cubicBezTo>
                    <a:pt x="5217" y="261023"/>
                    <a:pt x="27991" y="243277"/>
                    <a:pt x="42921" y="210136"/>
                  </a:cubicBezTo>
                  <a:cubicBezTo>
                    <a:pt x="55827" y="181430"/>
                    <a:pt x="58864" y="152464"/>
                    <a:pt x="58864" y="130543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94EB0B-7465-B9EB-5B4E-C3E34BE4F69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678973" y="4113088"/>
              <a:ext cx="168278" cy="61064"/>
            </a:xfrm>
            <a:custGeom>
              <a:avLst/>
              <a:gdLst>
                <a:gd name="csX0" fmla="*/ 159838 w 168278"/>
                <a:gd name="csY0" fmla="*/ 10502 h 61064"/>
                <a:gd name="csX1" fmla="*/ 168441 w 168278"/>
                <a:gd name="csY1" fmla="*/ 5283 h 61064"/>
                <a:gd name="csX2" fmla="*/ 160091 w 168278"/>
                <a:gd name="csY2" fmla="*/ 64 h 61064"/>
                <a:gd name="csX3" fmla="*/ 8513 w 168278"/>
                <a:gd name="csY3" fmla="*/ 64 h 61064"/>
                <a:gd name="csX4" fmla="*/ 162 w 168278"/>
                <a:gd name="csY4" fmla="*/ 5283 h 61064"/>
                <a:gd name="csX5" fmla="*/ 8766 w 168278"/>
                <a:gd name="csY5" fmla="*/ 10502 h 61064"/>
                <a:gd name="csX6" fmla="*/ 159838 w 168278"/>
                <a:gd name="csY6" fmla="*/ 10502 h 61064"/>
                <a:gd name="csX7" fmla="*/ 160091 w 168278"/>
                <a:gd name="csY7" fmla="*/ 61128 h 61064"/>
                <a:gd name="csX8" fmla="*/ 168441 w 168278"/>
                <a:gd name="csY8" fmla="*/ 55909 h 61064"/>
                <a:gd name="csX9" fmla="*/ 159838 w 168278"/>
                <a:gd name="csY9" fmla="*/ 50690 h 61064"/>
                <a:gd name="csX10" fmla="*/ 8766 w 168278"/>
                <a:gd name="csY10" fmla="*/ 50690 h 61064"/>
                <a:gd name="csX11" fmla="*/ 162 w 168278"/>
                <a:gd name="csY11" fmla="*/ 55909 h 61064"/>
                <a:gd name="csX12" fmla="*/ 8513 w 168278"/>
                <a:gd name="csY12" fmla="*/ 61128 h 61064"/>
                <a:gd name="csX13" fmla="*/ 160091 w 168278"/>
                <a:gd name="csY13" fmla="*/ 61128 h 610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8278" h="61064">
                  <a:moveTo>
                    <a:pt x="159838" y="10502"/>
                  </a:moveTo>
                  <a:cubicBezTo>
                    <a:pt x="163633" y="10502"/>
                    <a:pt x="168441" y="10502"/>
                    <a:pt x="168441" y="5283"/>
                  </a:cubicBezTo>
                  <a:cubicBezTo>
                    <a:pt x="168441" y="64"/>
                    <a:pt x="163633" y="64"/>
                    <a:pt x="160091" y="64"/>
                  </a:cubicBezTo>
                  <a:lnTo>
                    <a:pt x="8513" y="64"/>
                  </a:lnTo>
                  <a:cubicBezTo>
                    <a:pt x="4970" y="64"/>
                    <a:pt x="162" y="64"/>
                    <a:pt x="162" y="5283"/>
                  </a:cubicBezTo>
                  <a:cubicBezTo>
                    <a:pt x="162" y="10502"/>
                    <a:pt x="4970" y="10502"/>
                    <a:pt x="8766" y="10502"/>
                  </a:cubicBezTo>
                  <a:lnTo>
                    <a:pt x="159838" y="10502"/>
                  </a:lnTo>
                  <a:close/>
                  <a:moveTo>
                    <a:pt x="160091" y="61128"/>
                  </a:moveTo>
                  <a:cubicBezTo>
                    <a:pt x="163633" y="61128"/>
                    <a:pt x="168441" y="61128"/>
                    <a:pt x="168441" y="55909"/>
                  </a:cubicBezTo>
                  <a:cubicBezTo>
                    <a:pt x="168441" y="50690"/>
                    <a:pt x="163633" y="50690"/>
                    <a:pt x="159838" y="50690"/>
                  </a:cubicBezTo>
                  <a:lnTo>
                    <a:pt x="8766" y="50690"/>
                  </a:lnTo>
                  <a:cubicBezTo>
                    <a:pt x="4970" y="50690"/>
                    <a:pt x="162" y="50690"/>
                    <a:pt x="162" y="55909"/>
                  </a:cubicBezTo>
                  <a:cubicBezTo>
                    <a:pt x="162" y="61128"/>
                    <a:pt x="4970" y="61128"/>
                    <a:pt x="8513" y="61128"/>
                  </a:cubicBezTo>
                  <a:lnTo>
                    <a:pt x="160091" y="61128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5B91C6D-AF2A-4DC8-A183-2DB5D9EE57E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940261" y="4091950"/>
              <a:ext cx="82747" cy="119780"/>
            </a:xfrm>
            <a:custGeom>
              <a:avLst/>
              <a:gdLst>
                <a:gd name="csX0" fmla="*/ 44457 w 82747"/>
                <a:gd name="csY0" fmla="*/ 66347 h 119780"/>
                <a:gd name="csX1" fmla="*/ 70774 w 82747"/>
                <a:gd name="csY1" fmla="*/ 90356 h 119780"/>
                <a:gd name="csX2" fmla="*/ 42179 w 82747"/>
                <a:gd name="csY2" fmla="*/ 114103 h 119780"/>
                <a:gd name="csX3" fmla="*/ 7005 w 82747"/>
                <a:gd name="csY3" fmla="*/ 77047 h 119780"/>
                <a:gd name="csX4" fmla="*/ 3463 w 82747"/>
                <a:gd name="csY4" fmla="*/ 72610 h 119780"/>
                <a:gd name="csX5" fmla="*/ 173 w 82747"/>
                <a:gd name="csY5" fmla="*/ 79134 h 119780"/>
                <a:gd name="csX6" fmla="*/ 173 w 82747"/>
                <a:gd name="csY6" fmla="*/ 113581 h 119780"/>
                <a:gd name="csX7" fmla="*/ 2956 w 82747"/>
                <a:gd name="csY7" fmla="*/ 119844 h 119780"/>
                <a:gd name="csX8" fmla="*/ 9283 w 82747"/>
                <a:gd name="csY8" fmla="*/ 114625 h 119780"/>
                <a:gd name="csX9" fmla="*/ 14344 w 82747"/>
                <a:gd name="csY9" fmla="*/ 108623 h 119780"/>
                <a:gd name="csX10" fmla="*/ 42179 w 82747"/>
                <a:gd name="csY10" fmla="*/ 119844 h 119780"/>
                <a:gd name="csX11" fmla="*/ 82921 w 82747"/>
                <a:gd name="csY11" fmla="*/ 83571 h 119780"/>
                <a:gd name="csX12" fmla="*/ 72292 w 82747"/>
                <a:gd name="csY12" fmla="*/ 58779 h 119780"/>
                <a:gd name="csX13" fmla="*/ 43445 w 82747"/>
                <a:gd name="csY13" fmla="*/ 46253 h 119780"/>
                <a:gd name="csX14" fmla="*/ 12319 w 82747"/>
                <a:gd name="csY14" fmla="*/ 24855 h 119780"/>
                <a:gd name="csX15" fmla="*/ 40661 w 82747"/>
                <a:gd name="csY15" fmla="*/ 5022 h 119780"/>
                <a:gd name="csX16" fmla="*/ 70268 w 82747"/>
                <a:gd name="csY16" fmla="*/ 36598 h 119780"/>
                <a:gd name="csX17" fmla="*/ 73305 w 82747"/>
                <a:gd name="csY17" fmla="*/ 38947 h 119780"/>
                <a:gd name="csX18" fmla="*/ 76594 w 82747"/>
                <a:gd name="csY18" fmla="*/ 32684 h 119780"/>
                <a:gd name="csX19" fmla="*/ 76594 w 82747"/>
                <a:gd name="csY19" fmla="*/ 6327 h 119780"/>
                <a:gd name="csX20" fmla="*/ 73811 w 82747"/>
                <a:gd name="csY20" fmla="*/ 64 h 119780"/>
                <a:gd name="csX21" fmla="*/ 68750 w 82747"/>
                <a:gd name="csY21" fmla="*/ 3195 h 119780"/>
                <a:gd name="csX22" fmla="*/ 64448 w 82747"/>
                <a:gd name="csY22" fmla="*/ 7371 h 119780"/>
                <a:gd name="csX23" fmla="*/ 40661 w 82747"/>
                <a:gd name="csY23" fmla="*/ 64 h 119780"/>
                <a:gd name="csX24" fmla="*/ 173 w 82747"/>
                <a:gd name="csY24" fmla="*/ 32162 h 119780"/>
                <a:gd name="csX25" fmla="*/ 11054 w 82747"/>
                <a:gd name="csY25" fmla="*/ 54343 h 119780"/>
                <a:gd name="csX26" fmla="*/ 44457 w 82747"/>
                <a:gd name="csY26" fmla="*/ 66347 h 119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82747" h="119780">
                  <a:moveTo>
                    <a:pt x="44457" y="66347"/>
                  </a:moveTo>
                  <a:cubicBezTo>
                    <a:pt x="50024" y="67391"/>
                    <a:pt x="70774" y="71566"/>
                    <a:pt x="70774" y="90356"/>
                  </a:cubicBezTo>
                  <a:cubicBezTo>
                    <a:pt x="70774" y="103664"/>
                    <a:pt x="61917" y="114103"/>
                    <a:pt x="42179" y="114103"/>
                  </a:cubicBezTo>
                  <a:cubicBezTo>
                    <a:pt x="20923" y="114103"/>
                    <a:pt x="11813" y="99228"/>
                    <a:pt x="7005" y="77047"/>
                  </a:cubicBezTo>
                  <a:cubicBezTo>
                    <a:pt x="6246" y="73654"/>
                    <a:pt x="5993" y="72610"/>
                    <a:pt x="3463" y="72610"/>
                  </a:cubicBezTo>
                  <a:cubicBezTo>
                    <a:pt x="173" y="72610"/>
                    <a:pt x="173" y="74437"/>
                    <a:pt x="173" y="79134"/>
                  </a:cubicBezTo>
                  <a:lnTo>
                    <a:pt x="173" y="113581"/>
                  </a:lnTo>
                  <a:cubicBezTo>
                    <a:pt x="173" y="118017"/>
                    <a:pt x="173" y="119844"/>
                    <a:pt x="2956" y="119844"/>
                  </a:cubicBezTo>
                  <a:cubicBezTo>
                    <a:pt x="4222" y="119844"/>
                    <a:pt x="4475" y="119583"/>
                    <a:pt x="9283" y="114625"/>
                  </a:cubicBezTo>
                  <a:cubicBezTo>
                    <a:pt x="9789" y="114103"/>
                    <a:pt x="9789" y="113581"/>
                    <a:pt x="14344" y="108623"/>
                  </a:cubicBezTo>
                  <a:cubicBezTo>
                    <a:pt x="25478" y="119583"/>
                    <a:pt x="36865" y="119844"/>
                    <a:pt x="42179" y="119844"/>
                  </a:cubicBezTo>
                  <a:cubicBezTo>
                    <a:pt x="71280" y="119844"/>
                    <a:pt x="82921" y="102360"/>
                    <a:pt x="82921" y="83571"/>
                  </a:cubicBezTo>
                  <a:cubicBezTo>
                    <a:pt x="82921" y="69740"/>
                    <a:pt x="75329" y="61911"/>
                    <a:pt x="72292" y="58779"/>
                  </a:cubicBezTo>
                  <a:cubicBezTo>
                    <a:pt x="63942" y="50429"/>
                    <a:pt x="54073" y="48341"/>
                    <a:pt x="43445" y="46253"/>
                  </a:cubicBezTo>
                  <a:cubicBezTo>
                    <a:pt x="29274" y="43383"/>
                    <a:pt x="12319" y="39990"/>
                    <a:pt x="12319" y="24855"/>
                  </a:cubicBezTo>
                  <a:cubicBezTo>
                    <a:pt x="12319" y="15721"/>
                    <a:pt x="18899" y="5022"/>
                    <a:pt x="40661" y="5022"/>
                  </a:cubicBezTo>
                  <a:cubicBezTo>
                    <a:pt x="68497" y="5022"/>
                    <a:pt x="69762" y="28508"/>
                    <a:pt x="70268" y="36598"/>
                  </a:cubicBezTo>
                  <a:cubicBezTo>
                    <a:pt x="70521" y="38947"/>
                    <a:pt x="72799" y="38947"/>
                    <a:pt x="73305" y="38947"/>
                  </a:cubicBezTo>
                  <a:cubicBezTo>
                    <a:pt x="76594" y="38947"/>
                    <a:pt x="76594" y="37642"/>
                    <a:pt x="76594" y="32684"/>
                  </a:cubicBezTo>
                  <a:lnTo>
                    <a:pt x="76594" y="6327"/>
                  </a:lnTo>
                  <a:cubicBezTo>
                    <a:pt x="76594" y="1890"/>
                    <a:pt x="76594" y="64"/>
                    <a:pt x="73811" y="64"/>
                  </a:cubicBezTo>
                  <a:cubicBezTo>
                    <a:pt x="72546" y="64"/>
                    <a:pt x="72039" y="64"/>
                    <a:pt x="68750" y="3195"/>
                  </a:cubicBezTo>
                  <a:cubicBezTo>
                    <a:pt x="67991" y="4239"/>
                    <a:pt x="65460" y="6588"/>
                    <a:pt x="64448" y="7371"/>
                  </a:cubicBezTo>
                  <a:cubicBezTo>
                    <a:pt x="54832" y="64"/>
                    <a:pt x="44457" y="64"/>
                    <a:pt x="40661" y="64"/>
                  </a:cubicBezTo>
                  <a:cubicBezTo>
                    <a:pt x="9789" y="64"/>
                    <a:pt x="173" y="17548"/>
                    <a:pt x="173" y="32162"/>
                  </a:cubicBezTo>
                  <a:cubicBezTo>
                    <a:pt x="173" y="41295"/>
                    <a:pt x="4222" y="48602"/>
                    <a:pt x="11054" y="54343"/>
                  </a:cubicBezTo>
                  <a:cubicBezTo>
                    <a:pt x="19152" y="61128"/>
                    <a:pt x="26237" y="62694"/>
                    <a:pt x="44457" y="66347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4808418-8C02-6BBB-C267-4CB06A48061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038811" y="4091950"/>
              <a:ext cx="112101" cy="119780"/>
            </a:xfrm>
            <a:custGeom>
              <a:avLst/>
              <a:gdLst>
                <a:gd name="csX0" fmla="*/ 112278 w 112101"/>
                <a:gd name="csY0" fmla="*/ 61128 h 119780"/>
                <a:gd name="csX1" fmla="*/ 56354 w 112101"/>
                <a:gd name="csY1" fmla="*/ 64 h 119780"/>
                <a:gd name="csX2" fmla="*/ 177 w 112101"/>
                <a:gd name="csY2" fmla="*/ 61128 h 119780"/>
                <a:gd name="csX3" fmla="*/ 56101 w 112101"/>
                <a:gd name="csY3" fmla="*/ 119844 h 119780"/>
                <a:gd name="csX4" fmla="*/ 112278 w 112101"/>
                <a:gd name="csY4" fmla="*/ 61128 h 119780"/>
                <a:gd name="csX5" fmla="*/ 56354 w 112101"/>
                <a:gd name="csY5" fmla="*/ 113320 h 119780"/>
                <a:gd name="csX6" fmla="*/ 27506 w 112101"/>
                <a:gd name="csY6" fmla="*/ 95836 h 119780"/>
                <a:gd name="csX7" fmla="*/ 21180 w 112101"/>
                <a:gd name="csY7" fmla="*/ 59040 h 119780"/>
                <a:gd name="csX8" fmla="*/ 27253 w 112101"/>
                <a:gd name="csY8" fmla="*/ 23289 h 119780"/>
                <a:gd name="csX9" fmla="*/ 56101 w 112101"/>
                <a:gd name="csY9" fmla="*/ 5805 h 119780"/>
                <a:gd name="csX10" fmla="*/ 84696 w 112101"/>
                <a:gd name="csY10" fmla="*/ 22767 h 119780"/>
                <a:gd name="csX11" fmla="*/ 91275 w 112101"/>
                <a:gd name="csY11" fmla="*/ 59040 h 119780"/>
                <a:gd name="csX12" fmla="*/ 85708 w 112101"/>
                <a:gd name="csY12" fmla="*/ 94009 h 119780"/>
                <a:gd name="csX13" fmla="*/ 56354 w 112101"/>
                <a:gd name="csY13" fmla="*/ 113320 h 119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2101" h="119780">
                  <a:moveTo>
                    <a:pt x="112278" y="61128"/>
                  </a:moveTo>
                  <a:cubicBezTo>
                    <a:pt x="112278" y="27725"/>
                    <a:pt x="86973" y="64"/>
                    <a:pt x="56354" y="64"/>
                  </a:cubicBezTo>
                  <a:cubicBezTo>
                    <a:pt x="24723" y="64"/>
                    <a:pt x="177" y="28508"/>
                    <a:pt x="177" y="61128"/>
                  </a:cubicBezTo>
                  <a:cubicBezTo>
                    <a:pt x="177" y="94792"/>
                    <a:pt x="26494" y="119844"/>
                    <a:pt x="56101" y="119844"/>
                  </a:cubicBezTo>
                  <a:cubicBezTo>
                    <a:pt x="86720" y="119844"/>
                    <a:pt x="112278" y="94270"/>
                    <a:pt x="112278" y="61128"/>
                  </a:cubicBezTo>
                  <a:close/>
                  <a:moveTo>
                    <a:pt x="56354" y="113320"/>
                  </a:moveTo>
                  <a:cubicBezTo>
                    <a:pt x="45473" y="113320"/>
                    <a:pt x="34339" y="107840"/>
                    <a:pt x="27506" y="95836"/>
                  </a:cubicBezTo>
                  <a:cubicBezTo>
                    <a:pt x="21180" y="84353"/>
                    <a:pt x="21180" y="68435"/>
                    <a:pt x="21180" y="59040"/>
                  </a:cubicBezTo>
                  <a:cubicBezTo>
                    <a:pt x="21180" y="48863"/>
                    <a:pt x="21180" y="34771"/>
                    <a:pt x="27253" y="23289"/>
                  </a:cubicBezTo>
                  <a:cubicBezTo>
                    <a:pt x="34086" y="11285"/>
                    <a:pt x="45979" y="5805"/>
                    <a:pt x="56101" y="5805"/>
                  </a:cubicBezTo>
                  <a:cubicBezTo>
                    <a:pt x="67235" y="5805"/>
                    <a:pt x="78117" y="11546"/>
                    <a:pt x="84696" y="22767"/>
                  </a:cubicBezTo>
                  <a:cubicBezTo>
                    <a:pt x="91275" y="33988"/>
                    <a:pt x="91275" y="49124"/>
                    <a:pt x="91275" y="59040"/>
                  </a:cubicBezTo>
                  <a:cubicBezTo>
                    <a:pt x="91275" y="68435"/>
                    <a:pt x="91275" y="82527"/>
                    <a:pt x="85708" y="94009"/>
                  </a:cubicBezTo>
                  <a:cubicBezTo>
                    <a:pt x="80141" y="105752"/>
                    <a:pt x="69007" y="113320"/>
                    <a:pt x="56354" y="113320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028081C-2A85-5AF0-1DA7-5DADA3094C8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166602" y="4024884"/>
              <a:ext cx="81988" cy="183976"/>
            </a:xfrm>
            <a:custGeom>
              <a:avLst/>
              <a:gdLst>
                <a:gd name="csX0" fmla="*/ 36115 w 81988"/>
                <a:gd name="csY0" fmla="*/ 71566 h 183976"/>
                <a:gd name="csX1" fmla="*/ 36115 w 81988"/>
                <a:gd name="csY1" fmla="*/ 41295 h 183976"/>
                <a:gd name="csX2" fmla="*/ 59396 w 81988"/>
                <a:gd name="csY2" fmla="*/ 5805 h 183976"/>
                <a:gd name="csX3" fmla="*/ 67746 w 81988"/>
                <a:gd name="csY3" fmla="*/ 7632 h 183976"/>
                <a:gd name="csX4" fmla="*/ 60155 w 81988"/>
                <a:gd name="csY4" fmla="*/ 18592 h 183976"/>
                <a:gd name="csX5" fmla="*/ 71036 w 81988"/>
                <a:gd name="csY5" fmla="*/ 29813 h 183976"/>
                <a:gd name="csX6" fmla="*/ 82170 w 81988"/>
                <a:gd name="csY6" fmla="*/ 18331 h 183976"/>
                <a:gd name="csX7" fmla="*/ 59396 w 81988"/>
                <a:gd name="csY7" fmla="*/ 64 h 183976"/>
                <a:gd name="csX8" fmla="*/ 20173 w 81988"/>
                <a:gd name="csY8" fmla="*/ 41556 h 183976"/>
                <a:gd name="csX9" fmla="*/ 20173 w 81988"/>
                <a:gd name="csY9" fmla="*/ 71566 h 183976"/>
                <a:gd name="csX10" fmla="*/ 182 w 81988"/>
                <a:gd name="csY10" fmla="*/ 71566 h 183976"/>
                <a:gd name="csX11" fmla="*/ 182 w 81988"/>
                <a:gd name="csY11" fmla="*/ 79656 h 183976"/>
                <a:gd name="csX12" fmla="*/ 20173 w 81988"/>
                <a:gd name="csY12" fmla="*/ 79656 h 183976"/>
                <a:gd name="csX13" fmla="*/ 20173 w 81988"/>
                <a:gd name="csY13" fmla="*/ 164207 h 183976"/>
                <a:gd name="csX14" fmla="*/ 435 w 81988"/>
                <a:gd name="csY14" fmla="*/ 175950 h 183976"/>
                <a:gd name="csX15" fmla="*/ 435 w 81988"/>
                <a:gd name="csY15" fmla="*/ 184040 h 183976"/>
                <a:gd name="csX16" fmla="*/ 29283 w 81988"/>
                <a:gd name="csY16" fmla="*/ 183257 h 183976"/>
                <a:gd name="csX17" fmla="*/ 61420 w 81988"/>
                <a:gd name="csY17" fmla="*/ 184040 h 183976"/>
                <a:gd name="csX18" fmla="*/ 61420 w 81988"/>
                <a:gd name="csY18" fmla="*/ 175950 h 183976"/>
                <a:gd name="csX19" fmla="*/ 56106 w 81988"/>
                <a:gd name="csY19" fmla="*/ 175950 h 183976"/>
                <a:gd name="csX20" fmla="*/ 36874 w 81988"/>
                <a:gd name="csY20" fmla="*/ 163685 h 183976"/>
                <a:gd name="csX21" fmla="*/ 36874 w 81988"/>
                <a:gd name="csY21" fmla="*/ 79656 h 183976"/>
                <a:gd name="csX22" fmla="*/ 65722 w 81988"/>
                <a:gd name="csY22" fmla="*/ 79656 h 183976"/>
                <a:gd name="csX23" fmla="*/ 65722 w 81988"/>
                <a:gd name="csY23" fmla="*/ 71566 h 183976"/>
                <a:gd name="csX24" fmla="*/ 36115 w 81988"/>
                <a:gd name="csY24" fmla="*/ 71566 h 183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81988" h="183976">
                  <a:moveTo>
                    <a:pt x="36115" y="71566"/>
                  </a:moveTo>
                  <a:lnTo>
                    <a:pt x="36115" y="41295"/>
                  </a:lnTo>
                  <a:cubicBezTo>
                    <a:pt x="36115" y="18331"/>
                    <a:pt x="48262" y="5805"/>
                    <a:pt x="59396" y="5805"/>
                  </a:cubicBezTo>
                  <a:cubicBezTo>
                    <a:pt x="60155" y="5805"/>
                    <a:pt x="63951" y="5805"/>
                    <a:pt x="67746" y="7632"/>
                  </a:cubicBezTo>
                  <a:cubicBezTo>
                    <a:pt x="64710" y="8675"/>
                    <a:pt x="60155" y="12068"/>
                    <a:pt x="60155" y="18592"/>
                  </a:cubicBezTo>
                  <a:cubicBezTo>
                    <a:pt x="60155" y="24594"/>
                    <a:pt x="64204" y="29813"/>
                    <a:pt x="71036" y="29813"/>
                  </a:cubicBezTo>
                  <a:cubicBezTo>
                    <a:pt x="78375" y="29813"/>
                    <a:pt x="82170" y="24594"/>
                    <a:pt x="82170" y="18331"/>
                  </a:cubicBezTo>
                  <a:cubicBezTo>
                    <a:pt x="82170" y="8675"/>
                    <a:pt x="72807" y="64"/>
                    <a:pt x="59396" y="64"/>
                  </a:cubicBezTo>
                  <a:cubicBezTo>
                    <a:pt x="41682" y="64"/>
                    <a:pt x="20173" y="13895"/>
                    <a:pt x="20173" y="41556"/>
                  </a:cubicBezTo>
                  <a:lnTo>
                    <a:pt x="20173" y="71566"/>
                  </a:lnTo>
                  <a:lnTo>
                    <a:pt x="182" y="71566"/>
                  </a:lnTo>
                  <a:lnTo>
                    <a:pt x="182" y="79656"/>
                  </a:lnTo>
                  <a:lnTo>
                    <a:pt x="20173" y="79656"/>
                  </a:lnTo>
                  <a:lnTo>
                    <a:pt x="20173" y="164207"/>
                  </a:lnTo>
                  <a:cubicBezTo>
                    <a:pt x="20173" y="175950"/>
                    <a:pt x="17389" y="175950"/>
                    <a:pt x="435" y="175950"/>
                  </a:cubicBezTo>
                  <a:lnTo>
                    <a:pt x="435" y="184040"/>
                  </a:lnTo>
                  <a:cubicBezTo>
                    <a:pt x="10304" y="183779"/>
                    <a:pt x="22197" y="183257"/>
                    <a:pt x="29283" y="183257"/>
                  </a:cubicBezTo>
                  <a:cubicBezTo>
                    <a:pt x="39405" y="183257"/>
                    <a:pt x="51298" y="183257"/>
                    <a:pt x="61420" y="184040"/>
                  </a:cubicBezTo>
                  <a:lnTo>
                    <a:pt x="61420" y="175950"/>
                  </a:lnTo>
                  <a:lnTo>
                    <a:pt x="56106" y="175950"/>
                  </a:lnTo>
                  <a:cubicBezTo>
                    <a:pt x="37380" y="175950"/>
                    <a:pt x="36874" y="173079"/>
                    <a:pt x="36874" y="163685"/>
                  </a:cubicBezTo>
                  <a:lnTo>
                    <a:pt x="36874" y="79656"/>
                  </a:lnTo>
                  <a:lnTo>
                    <a:pt x="65722" y="79656"/>
                  </a:lnTo>
                  <a:lnTo>
                    <a:pt x="65722" y="71566"/>
                  </a:lnTo>
                  <a:lnTo>
                    <a:pt x="36115" y="71566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320A8BF-554F-A538-D237-B769699346A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240381" y="4048370"/>
              <a:ext cx="79204" cy="163360"/>
            </a:xfrm>
            <a:custGeom>
              <a:avLst/>
              <a:gdLst>
                <a:gd name="csX0" fmla="*/ 39155 w 79204"/>
                <a:gd name="csY0" fmla="*/ 56170 h 163360"/>
                <a:gd name="csX1" fmla="*/ 75341 w 79204"/>
                <a:gd name="csY1" fmla="*/ 56170 h 163360"/>
                <a:gd name="csX2" fmla="*/ 75341 w 79204"/>
                <a:gd name="csY2" fmla="*/ 48080 h 163360"/>
                <a:gd name="csX3" fmla="*/ 39155 w 79204"/>
                <a:gd name="csY3" fmla="*/ 48080 h 163360"/>
                <a:gd name="csX4" fmla="*/ 39155 w 79204"/>
                <a:gd name="csY4" fmla="*/ 64 h 163360"/>
                <a:gd name="csX5" fmla="*/ 32828 w 79204"/>
                <a:gd name="csY5" fmla="*/ 64 h 163360"/>
                <a:gd name="csX6" fmla="*/ 185 w 79204"/>
                <a:gd name="csY6" fmla="*/ 50429 h 163360"/>
                <a:gd name="csX7" fmla="*/ 185 w 79204"/>
                <a:gd name="csY7" fmla="*/ 56170 h 163360"/>
                <a:gd name="csX8" fmla="*/ 21694 w 79204"/>
                <a:gd name="csY8" fmla="*/ 56170 h 163360"/>
                <a:gd name="csX9" fmla="*/ 21694 w 79204"/>
                <a:gd name="csY9" fmla="*/ 128195 h 163360"/>
                <a:gd name="csX10" fmla="*/ 54338 w 79204"/>
                <a:gd name="csY10" fmla="*/ 163424 h 163360"/>
                <a:gd name="csX11" fmla="*/ 79390 w 79204"/>
                <a:gd name="csY11" fmla="*/ 128195 h 163360"/>
                <a:gd name="csX12" fmla="*/ 79390 w 79204"/>
                <a:gd name="csY12" fmla="*/ 113320 h 163360"/>
                <a:gd name="csX13" fmla="*/ 73064 w 79204"/>
                <a:gd name="csY13" fmla="*/ 113320 h 163360"/>
                <a:gd name="csX14" fmla="*/ 73064 w 79204"/>
                <a:gd name="csY14" fmla="*/ 127673 h 163360"/>
                <a:gd name="csX15" fmla="*/ 56109 w 79204"/>
                <a:gd name="csY15" fmla="*/ 156900 h 163360"/>
                <a:gd name="csX16" fmla="*/ 39155 w 79204"/>
                <a:gd name="csY16" fmla="*/ 128716 h 163360"/>
                <a:gd name="csX17" fmla="*/ 39155 w 79204"/>
                <a:gd name="csY17" fmla="*/ 56170 h 163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9204" h="163360">
                  <a:moveTo>
                    <a:pt x="39155" y="56170"/>
                  </a:moveTo>
                  <a:lnTo>
                    <a:pt x="75341" y="56170"/>
                  </a:lnTo>
                  <a:lnTo>
                    <a:pt x="75341" y="48080"/>
                  </a:lnTo>
                  <a:lnTo>
                    <a:pt x="39155" y="48080"/>
                  </a:lnTo>
                  <a:lnTo>
                    <a:pt x="39155" y="64"/>
                  </a:lnTo>
                  <a:lnTo>
                    <a:pt x="32828" y="64"/>
                  </a:lnTo>
                  <a:cubicBezTo>
                    <a:pt x="32575" y="21462"/>
                    <a:pt x="24984" y="49385"/>
                    <a:pt x="185" y="50429"/>
                  </a:cubicBezTo>
                  <a:lnTo>
                    <a:pt x="185" y="56170"/>
                  </a:lnTo>
                  <a:lnTo>
                    <a:pt x="21694" y="56170"/>
                  </a:lnTo>
                  <a:lnTo>
                    <a:pt x="21694" y="128195"/>
                  </a:lnTo>
                  <a:cubicBezTo>
                    <a:pt x="21694" y="160292"/>
                    <a:pt x="45228" y="163424"/>
                    <a:pt x="54338" y="163424"/>
                  </a:cubicBezTo>
                  <a:cubicBezTo>
                    <a:pt x="72304" y="163424"/>
                    <a:pt x="79390" y="144896"/>
                    <a:pt x="79390" y="128195"/>
                  </a:cubicBezTo>
                  <a:lnTo>
                    <a:pt x="79390" y="113320"/>
                  </a:lnTo>
                  <a:lnTo>
                    <a:pt x="73064" y="113320"/>
                  </a:lnTo>
                  <a:lnTo>
                    <a:pt x="73064" y="127673"/>
                  </a:lnTo>
                  <a:cubicBezTo>
                    <a:pt x="73064" y="146984"/>
                    <a:pt x="65472" y="156900"/>
                    <a:pt x="56109" y="156900"/>
                  </a:cubicBezTo>
                  <a:cubicBezTo>
                    <a:pt x="39155" y="156900"/>
                    <a:pt x="39155" y="133153"/>
                    <a:pt x="39155" y="128716"/>
                  </a:cubicBezTo>
                  <a:lnTo>
                    <a:pt x="39155" y="56170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32F7C40-A47D-DAC9-41F0-0F53916FE1D6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342080" y="4093516"/>
              <a:ext cx="197632" cy="115343"/>
            </a:xfrm>
            <a:custGeom>
              <a:avLst/>
              <a:gdLst>
                <a:gd name="csX0" fmla="*/ 19927 w 197632"/>
                <a:gd name="csY0" fmla="*/ 25638 h 115343"/>
                <a:gd name="csX1" fmla="*/ 19927 w 197632"/>
                <a:gd name="csY1" fmla="*/ 95575 h 115343"/>
                <a:gd name="csX2" fmla="*/ 189 w 197632"/>
                <a:gd name="csY2" fmla="*/ 107318 h 115343"/>
                <a:gd name="csX3" fmla="*/ 189 w 197632"/>
                <a:gd name="csY3" fmla="*/ 115408 h 115343"/>
                <a:gd name="csX4" fmla="*/ 28784 w 197632"/>
                <a:gd name="csY4" fmla="*/ 114625 h 115343"/>
                <a:gd name="csX5" fmla="*/ 57125 w 197632"/>
                <a:gd name="csY5" fmla="*/ 115408 h 115343"/>
                <a:gd name="csX6" fmla="*/ 57125 w 197632"/>
                <a:gd name="csY6" fmla="*/ 107318 h 115343"/>
                <a:gd name="csX7" fmla="*/ 37387 w 197632"/>
                <a:gd name="csY7" fmla="*/ 95575 h 115343"/>
                <a:gd name="csX8" fmla="*/ 37387 w 197632"/>
                <a:gd name="csY8" fmla="*/ 47558 h 115343"/>
                <a:gd name="csX9" fmla="*/ 71549 w 197632"/>
                <a:gd name="csY9" fmla="*/ 5805 h 115343"/>
                <a:gd name="csX10" fmla="*/ 90275 w 197632"/>
                <a:gd name="csY10" fmla="*/ 34771 h 115343"/>
                <a:gd name="csX11" fmla="*/ 90275 w 197632"/>
                <a:gd name="csY11" fmla="*/ 95575 h 115343"/>
                <a:gd name="csX12" fmla="*/ 70537 w 197632"/>
                <a:gd name="csY12" fmla="*/ 107318 h 115343"/>
                <a:gd name="csX13" fmla="*/ 70537 w 197632"/>
                <a:gd name="csY13" fmla="*/ 115408 h 115343"/>
                <a:gd name="csX14" fmla="*/ 99132 w 197632"/>
                <a:gd name="csY14" fmla="*/ 114625 h 115343"/>
                <a:gd name="csX15" fmla="*/ 127473 w 197632"/>
                <a:gd name="csY15" fmla="*/ 115408 h 115343"/>
                <a:gd name="csX16" fmla="*/ 127473 w 197632"/>
                <a:gd name="csY16" fmla="*/ 107318 h 115343"/>
                <a:gd name="csX17" fmla="*/ 107735 w 197632"/>
                <a:gd name="csY17" fmla="*/ 95575 h 115343"/>
                <a:gd name="csX18" fmla="*/ 107735 w 197632"/>
                <a:gd name="csY18" fmla="*/ 47558 h 115343"/>
                <a:gd name="csX19" fmla="*/ 141897 w 197632"/>
                <a:gd name="csY19" fmla="*/ 5805 h 115343"/>
                <a:gd name="csX20" fmla="*/ 160623 w 197632"/>
                <a:gd name="csY20" fmla="*/ 34771 h 115343"/>
                <a:gd name="csX21" fmla="*/ 160623 w 197632"/>
                <a:gd name="csY21" fmla="*/ 95575 h 115343"/>
                <a:gd name="csX22" fmla="*/ 140885 w 197632"/>
                <a:gd name="csY22" fmla="*/ 107318 h 115343"/>
                <a:gd name="csX23" fmla="*/ 140885 w 197632"/>
                <a:gd name="csY23" fmla="*/ 115408 h 115343"/>
                <a:gd name="csX24" fmla="*/ 169480 w 197632"/>
                <a:gd name="csY24" fmla="*/ 114625 h 115343"/>
                <a:gd name="csX25" fmla="*/ 197822 w 197632"/>
                <a:gd name="csY25" fmla="*/ 115408 h 115343"/>
                <a:gd name="csX26" fmla="*/ 197822 w 197632"/>
                <a:gd name="csY26" fmla="*/ 107318 h 115343"/>
                <a:gd name="csX27" fmla="*/ 178084 w 197632"/>
                <a:gd name="csY27" fmla="*/ 99489 h 115343"/>
                <a:gd name="csX28" fmla="*/ 178084 w 197632"/>
                <a:gd name="csY28" fmla="*/ 49646 h 115343"/>
                <a:gd name="csX29" fmla="*/ 170239 w 197632"/>
                <a:gd name="csY29" fmla="*/ 9719 h 115343"/>
                <a:gd name="csX30" fmla="*/ 143669 w 197632"/>
                <a:gd name="csY30" fmla="*/ 64 h 115343"/>
                <a:gd name="csX31" fmla="*/ 106976 w 197632"/>
                <a:gd name="csY31" fmla="*/ 25638 h 115343"/>
                <a:gd name="csX32" fmla="*/ 73321 w 197632"/>
                <a:gd name="csY32" fmla="*/ 64 h 115343"/>
                <a:gd name="csX33" fmla="*/ 35869 w 197632"/>
                <a:gd name="csY33" fmla="*/ 27464 h 115343"/>
                <a:gd name="csX34" fmla="*/ 35869 w 197632"/>
                <a:gd name="csY34" fmla="*/ 64 h 115343"/>
                <a:gd name="csX35" fmla="*/ 189 w 197632"/>
                <a:gd name="csY35" fmla="*/ 2934 h 115343"/>
                <a:gd name="csX36" fmla="*/ 189 w 197632"/>
                <a:gd name="csY36" fmla="*/ 11024 h 115343"/>
                <a:gd name="csX37" fmla="*/ 19927 w 197632"/>
                <a:gd name="csY37" fmla="*/ 25638 h 11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197632" h="115343">
                  <a:moveTo>
                    <a:pt x="19927" y="25638"/>
                  </a:moveTo>
                  <a:lnTo>
                    <a:pt x="19927" y="95575"/>
                  </a:lnTo>
                  <a:cubicBezTo>
                    <a:pt x="19927" y="107318"/>
                    <a:pt x="17143" y="107318"/>
                    <a:pt x="189" y="107318"/>
                  </a:cubicBezTo>
                  <a:lnTo>
                    <a:pt x="189" y="115408"/>
                  </a:lnTo>
                  <a:cubicBezTo>
                    <a:pt x="9046" y="115147"/>
                    <a:pt x="21951" y="114625"/>
                    <a:pt x="28784" y="114625"/>
                  </a:cubicBezTo>
                  <a:cubicBezTo>
                    <a:pt x="35363" y="114625"/>
                    <a:pt x="48522" y="115147"/>
                    <a:pt x="57125" y="115408"/>
                  </a:cubicBezTo>
                  <a:lnTo>
                    <a:pt x="57125" y="107318"/>
                  </a:lnTo>
                  <a:cubicBezTo>
                    <a:pt x="40171" y="107318"/>
                    <a:pt x="37387" y="107318"/>
                    <a:pt x="37387" y="95575"/>
                  </a:cubicBezTo>
                  <a:lnTo>
                    <a:pt x="37387" y="47558"/>
                  </a:lnTo>
                  <a:cubicBezTo>
                    <a:pt x="37387" y="20419"/>
                    <a:pt x="55354" y="5805"/>
                    <a:pt x="71549" y="5805"/>
                  </a:cubicBezTo>
                  <a:cubicBezTo>
                    <a:pt x="87491" y="5805"/>
                    <a:pt x="90275" y="19897"/>
                    <a:pt x="90275" y="34771"/>
                  </a:cubicBezTo>
                  <a:lnTo>
                    <a:pt x="90275" y="95575"/>
                  </a:lnTo>
                  <a:cubicBezTo>
                    <a:pt x="90275" y="107318"/>
                    <a:pt x="87491" y="107318"/>
                    <a:pt x="70537" y="107318"/>
                  </a:cubicBezTo>
                  <a:lnTo>
                    <a:pt x="70537" y="115408"/>
                  </a:lnTo>
                  <a:cubicBezTo>
                    <a:pt x="79394" y="115147"/>
                    <a:pt x="92299" y="114625"/>
                    <a:pt x="99132" y="114625"/>
                  </a:cubicBezTo>
                  <a:cubicBezTo>
                    <a:pt x="105711" y="114625"/>
                    <a:pt x="118870" y="115147"/>
                    <a:pt x="127473" y="115408"/>
                  </a:cubicBezTo>
                  <a:lnTo>
                    <a:pt x="127473" y="107318"/>
                  </a:lnTo>
                  <a:cubicBezTo>
                    <a:pt x="110519" y="107318"/>
                    <a:pt x="107735" y="107318"/>
                    <a:pt x="107735" y="95575"/>
                  </a:cubicBezTo>
                  <a:lnTo>
                    <a:pt x="107735" y="47558"/>
                  </a:lnTo>
                  <a:cubicBezTo>
                    <a:pt x="107735" y="20419"/>
                    <a:pt x="125702" y="5805"/>
                    <a:pt x="141897" y="5805"/>
                  </a:cubicBezTo>
                  <a:cubicBezTo>
                    <a:pt x="157840" y="5805"/>
                    <a:pt x="160623" y="19897"/>
                    <a:pt x="160623" y="34771"/>
                  </a:cubicBezTo>
                  <a:lnTo>
                    <a:pt x="160623" y="95575"/>
                  </a:lnTo>
                  <a:cubicBezTo>
                    <a:pt x="160623" y="107318"/>
                    <a:pt x="157840" y="107318"/>
                    <a:pt x="140885" y="107318"/>
                  </a:cubicBezTo>
                  <a:lnTo>
                    <a:pt x="140885" y="115408"/>
                  </a:lnTo>
                  <a:cubicBezTo>
                    <a:pt x="149742" y="115147"/>
                    <a:pt x="162648" y="114625"/>
                    <a:pt x="169480" y="114625"/>
                  </a:cubicBezTo>
                  <a:cubicBezTo>
                    <a:pt x="176059" y="114625"/>
                    <a:pt x="189218" y="115147"/>
                    <a:pt x="197822" y="115408"/>
                  </a:cubicBezTo>
                  <a:lnTo>
                    <a:pt x="197822" y="107318"/>
                  </a:lnTo>
                  <a:cubicBezTo>
                    <a:pt x="184663" y="107318"/>
                    <a:pt x="178337" y="107318"/>
                    <a:pt x="178084" y="99489"/>
                  </a:cubicBezTo>
                  <a:lnTo>
                    <a:pt x="178084" y="49646"/>
                  </a:lnTo>
                  <a:cubicBezTo>
                    <a:pt x="178084" y="27203"/>
                    <a:pt x="178084" y="19114"/>
                    <a:pt x="170239" y="9719"/>
                  </a:cubicBezTo>
                  <a:cubicBezTo>
                    <a:pt x="166696" y="5283"/>
                    <a:pt x="158346" y="64"/>
                    <a:pt x="143669" y="64"/>
                  </a:cubicBezTo>
                  <a:cubicBezTo>
                    <a:pt x="122412" y="64"/>
                    <a:pt x="111278" y="15721"/>
                    <a:pt x="106976" y="25638"/>
                  </a:cubicBezTo>
                  <a:cubicBezTo>
                    <a:pt x="103434" y="2934"/>
                    <a:pt x="84708" y="64"/>
                    <a:pt x="73321" y="64"/>
                  </a:cubicBezTo>
                  <a:cubicBezTo>
                    <a:pt x="54848" y="64"/>
                    <a:pt x="42954" y="11285"/>
                    <a:pt x="35869" y="27464"/>
                  </a:cubicBezTo>
                  <a:lnTo>
                    <a:pt x="35869" y="64"/>
                  </a:lnTo>
                  <a:lnTo>
                    <a:pt x="189" y="2934"/>
                  </a:lnTo>
                  <a:lnTo>
                    <a:pt x="189" y="11024"/>
                  </a:lnTo>
                  <a:cubicBezTo>
                    <a:pt x="17902" y="11024"/>
                    <a:pt x="19927" y="12851"/>
                    <a:pt x="19927" y="25638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6666D58-008A-C707-B34E-125AF9EE256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555487" y="4091950"/>
              <a:ext cx="114126" cy="119780"/>
            </a:xfrm>
            <a:custGeom>
              <a:avLst/>
              <a:gdLst>
                <a:gd name="csX0" fmla="*/ 73835 w 114126"/>
                <a:gd name="csY0" fmla="*/ 97140 h 119780"/>
                <a:gd name="csX1" fmla="*/ 93573 w 114126"/>
                <a:gd name="csY1" fmla="*/ 118539 h 119780"/>
                <a:gd name="csX2" fmla="*/ 114323 w 114126"/>
                <a:gd name="csY2" fmla="*/ 93748 h 119780"/>
                <a:gd name="csX3" fmla="*/ 114323 w 114126"/>
                <a:gd name="csY3" fmla="*/ 79134 h 119780"/>
                <a:gd name="csX4" fmla="*/ 107997 w 114126"/>
                <a:gd name="csY4" fmla="*/ 79134 h 119780"/>
                <a:gd name="csX5" fmla="*/ 107997 w 114126"/>
                <a:gd name="csY5" fmla="*/ 93748 h 119780"/>
                <a:gd name="csX6" fmla="*/ 98887 w 114126"/>
                <a:gd name="csY6" fmla="*/ 110449 h 119780"/>
                <a:gd name="csX7" fmla="*/ 89524 w 114126"/>
                <a:gd name="csY7" fmla="*/ 97401 h 119780"/>
                <a:gd name="csX8" fmla="*/ 89524 w 114126"/>
                <a:gd name="csY8" fmla="*/ 45210 h 119780"/>
                <a:gd name="csX9" fmla="*/ 80414 w 114126"/>
                <a:gd name="csY9" fmla="*/ 14416 h 119780"/>
                <a:gd name="csX10" fmla="*/ 45746 w 114126"/>
                <a:gd name="csY10" fmla="*/ 64 h 119780"/>
                <a:gd name="csX11" fmla="*/ 7536 w 114126"/>
                <a:gd name="csY11" fmla="*/ 29552 h 119780"/>
                <a:gd name="csX12" fmla="*/ 19176 w 114126"/>
                <a:gd name="csY12" fmla="*/ 41817 h 119780"/>
                <a:gd name="csX13" fmla="*/ 30816 w 114126"/>
                <a:gd name="csY13" fmla="*/ 29813 h 119780"/>
                <a:gd name="csX14" fmla="*/ 17911 w 114126"/>
                <a:gd name="csY14" fmla="*/ 17809 h 119780"/>
                <a:gd name="csX15" fmla="*/ 45240 w 114126"/>
                <a:gd name="csY15" fmla="*/ 5805 h 119780"/>
                <a:gd name="csX16" fmla="*/ 72064 w 114126"/>
                <a:gd name="csY16" fmla="*/ 39208 h 119780"/>
                <a:gd name="csX17" fmla="*/ 72064 w 114126"/>
                <a:gd name="csY17" fmla="*/ 48863 h 119780"/>
                <a:gd name="csX18" fmla="*/ 25502 w 114126"/>
                <a:gd name="csY18" fmla="*/ 58258 h 119780"/>
                <a:gd name="csX19" fmla="*/ 197 w 114126"/>
                <a:gd name="csY19" fmla="*/ 92182 h 119780"/>
                <a:gd name="csX20" fmla="*/ 40685 w 114126"/>
                <a:gd name="csY20" fmla="*/ 119844 h 119780"/>
                <a:gd name="csX21" fmla="*/ 73835 w 114126"/>
                <a:gd name="csY21" fmla="*/ 97140 h 119780"/>
                <a:gd name="csX22" fmla="*/ 72064 w 114126"/>
                <a:gd name="csY22" fmla="*/ 54343 h 119780"/>
                <a:gd name="csX23" fmla="*/ 72064 w 114126"/>
                <a:gd name="csY23" fmla="*/ 80439 h 119780"/>
                <a:gd name="csX24" fmla="*/ 42457 w 114126"/>
                <a:gd name="csY24" fmla="*/ 114103 h 119780"/>
                <a:gd name="csX25" fmla="*/ 19682 w 114126"/>
                <a:gd name="csY25" fmla="*/ 91921 h 119780"/>
                <a:gd name="csX26" fmla="*/ 72064 w 114126"/>
                <a:gd name="csY26" fmla="*/ 54343 h 119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14126" h="119780">
                  <a:moveTo>
                    <a:pt x="73835" y="97140"/>
                  </a:moveTo>
                  <a:cubicBezTo>
                    <a:pt x="74847" y="107579"/>
                    <a:pt x="81679" y="118539"/>
                    <a:pt x="93573" y="118539"/>
                  </a:cubicBezTo>
                  <a:cubicBezTo>
                    <a:pt x="98887" y="118539"/>
                    <a:pt x="114323" y="114886"/>
                    <a:pt x="114323" y="93748"/>
                  </a:cubicBezTo>
                  <a:lnTo>
                    <a:pt x="114323" y="79134"/>
                  </a:lnTo>
                  <a:lnTo>
                    <a:pt x="107997" y="79134"/>
                  </a:lnTo>
                  <a:lnTo>
                    <a:pt x="107997" y="93748"/>
                  </a:lnTo>
                  <a:cubicBezTo>
                    <a:pt x="107997" y="108884"/>
                    <a:pt x="101671" y="110449"/>
                    <a:pt x="98887" y="110449"/>
                  </a:cubicBezTo>
                  <a:cubicBezTo>
                    <a:pt x="90536" y="110449"/>
                    <a:pt x="89524" y="98706"/>
                    <a:pt x="89524" y="97401"/>
                  </a:cubicBezTo>
                  <a:lnTo>
                    <a:pt x="89524" y="45210"/>
                  </a:lnTo>
                  <a:cubicBezTo>
                    <a:pt x="89524" y="34249"/>
                    <a:pt x="89524" y="24072"/>
                    <a:pt x="80414" y="14416"/>
                  </a:cubicBezTo>
                  <a:cubicBezTo>
                    <a:pt x="70545" y="4239"/>
                    <a:pt x="57893" y="64"/>
                    <a:pt x="45746" y="64"/>
                  </a:cubicBezTo>
                  <a:cubicBezTo>
                    <a:pt x="24996" y="64"/>
                    <a:pt x="7536" y="12329"/>
                    <a:pt x="7536" y="29552"/>
                  </a:cubicBezTo>
                  <a:cubicBezTo>
                    <a:pt x="7536" y="37381"/>
                    <a:pt x="12597" y="41817"/>
                    <a:pt x="19176" y="41817"/>
                  </a:cubicBezTo>
                  <a:cubicBezTo>
                    <a:pt x="26261" y="41817"/>
                    <a:pt x="30816" y="36598"/>
                    <a:pt x="30816" y="29813"/>
                  </a:cubicBezTo>
                  <a:cubicBezTo>
                    <a:pt x="30816" y="26682"/>
                    <a:pt x="29551" y="18070"/>
                    <a:pt x="17911" y="17809"/>
                  </a:cubicBezTo>
                  <a:cubicBezTo>
                    <a:pt x="24743" y="8675"/>
                    <a:pt x="37142" y="5805"/>
                    <a:pt x="45240" y="5805"/>
                  </a:cubicBezTo>
                  <a:cubicBezTo>
                    <a:pt x="57640" y="5805"/>
                    <a:pt x="72064" y="15982"/>
                    <a:pt x="72064" y="39208"/>
                  </a:cubicBezTo>
                  <a:lnTo>
                    <a:pt x="72064" y="48863"/>
                  </a:lnTo>
                  <a:cubicBezTo>
                    <a:pt x="59158" y="49646"/>
                    <a:pt x="41444" y="50429"/>
                    <a:pt x="25502" y="58258"/>
                  </a:cubicBezTo>
                  <a:cubicBezTo>
                    <a:pt x="6523" y="67130"/>
                    <a:pt x="197" y="80700"/>
                    <a:pt x="197" y="92182"/>
                  </a:cubicBezTo>
                  <a:cubicBezTo>
                    <a:pt x="197" y="113320"/>
                    <a:pt x="24743" y="119844"/>
                    <a:pt x="40685" y="119844"/>
                  </a:cubicBezTo>
                  <a:cubicBezTo>
                    <a:pt x="57387" y="119844"/>
                    <a:pt x="69027" y="109405"/>
                    <a:pt x="73835" y="97140"/>
                  </a:cubicBezTo>
                  <a:close/>
                  <a:moveTo>
                    <a:pt x="72064" y="54343"/>
                  </a:moveTo>
                  <a:lnTo>
                    <a:pt x="72064" y="80439"/>
                  </a:lnTo>
                  <a:cubicBezTo>
                    <a:pt x="72064" y="105230"/>
                    <a:pt x="53844" y="114103"/>
                    <a:pt x="42457" y="114103"/>
                  </a:cubicBezTo>
                  <a:cubicBezTo>
                    <a:pt x="30057" y="114103"/>
                    <a:pt x="19682" y="104969"/>
                    <a:pt x="19682" y="91921"/>
                  </a:cubicBezTo>
                  <a:cubicBezTo>
                    <a:pt x="19682" y="77569"/>
                    <a:pt x="30310" y="55909"/>
                    <a:pt x="72064" y="54343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E8D3B34-1B57-8E3C-EDC5-67F980C8094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674421" y="4096387"/>
              <a:ext cx="127537" cy="112473"/>
            </a:xfrm>
            <a:custGeom>
              <a:avLst/>
              <a:gdLst>
                <a:gd name="csX0" fmla="*/ 69791 w 127537"/>
                <a:gd name="csY0" fmla="*/ 51212 h 112473"/>
                <a:gd name="csX1" fmla="*/ 93072 w 127537"/>
                <a:gd name="csY1" fmla="*/ 21723 h 112473"/>
                <a:gd name="csX2" fmla="*/ 123185 w 127537"/>
                <a:gd name="csY2" fmla="*/ 8153 h 112473"/>
                <a:gd name="csX3" fmla="*/ 123185 w 127537"/>
                <a:gd name="csY3" fmla="*/ 64 h 112473"/>
                <a:gd name="csX4" fmla="*/ 102435 w 127537"/>
                <a:gd name="csY4" fmla="*/ 847 h 112473"/>
                <a:gd name="csX5" fmla="*/ 78142 w 127537"/>
                <a:gd name="csY5" fmla="*/ 64 h 112473"/>
                <a:gd name="csX6" fmla="*/ 78142 w 127537"/>
                <a:gd name="csY6" fmla="*/ 8153 h 112473"/>
                <a:gd name="csX7" fmla="*/ 85480 w 127537"/>
                <a:gd name="csY7" fmla="*/ 16243 h 112473"/>
                <a:gd name="csX8" fmla="*/ 81684 w 127537"/>
                <a:gd name="csY8" fmla="*/ 25377 h 112473"/>
                <a:gd name="csX9" fmla="*/ 65995 w 127537"/>
                <a:gd name="csY9" fmla="*/ 45732 h 112473"/>
                <a:gd name="csX10" fmla="*/ 46257 w 127537"/>
                <a:gd name="csY10" fmla="*/ 19375 h 112473"/>
                <a:gd name="csX11" fmla="*/ 43980 w 127537"/>
                <a:gd name="csY11" fmla="*/ 14677 h 112473"/>
                <a:gd name="csX12" fmla="*/ 52837 w 127537"/>
                <a:gd name="csY12" fmla="*/ 8153 h 112473"/>
                <a:gd name="csX13" fmla="*/ 52837 w 127537"/>
                <a:gd name="csY13" fmla="*/ 64 h 112473"/>
                <a:gd name="csX14" fmla="*/ 25507 w 127537"/>
                <a:gd name="csY14" fmla="*/ 847 h 112473"/>
                <a:gd name="csX15" fmla="*/ 1467 w 127537"/>
                <a:gd name="csY15" fmla="*/ 64 h 112473"/>
                <a:gd name="csX16" fmla="*/ 1467 w 127537"/>
                <a:gd name="csY16" fmla="*/ 8153 h 112473"/>
                <a:gd name="csX17" fmla="*/ 31327 w 127537"/>
                <a:gd name="csY17" fmla="*/ 24072 h 112473"/>
                <a:gd name="csX18" fmla="*/ 56379 w 127537"/>
                <a:gd name="csY18" fmla="*/ 57736 h 112473"/>
                <a:gd name="csX19" fmla="*/ 32593 w 127537"/>
                <a:gd name="csY19" fmla="*/ 88790 h 112473"/>
                <a:gd name="csX20" fmla="*/ 202 w 127537"/>
                <a:gd name="csY20" fmla="*/ 104447 h 112473"/>
                <a:gd name="csX21" fmla="*/ 202 w 127537"/>
                <a:gd name="csY21" fmla="*/ 112537 h 112473"/>
                <a:gd name="csX22" fmla="*/ 21205 w 127537"/>
                <a:gd name="csY22" fmla="*/ 111754 h 112473"/>
                <a:gd name="csX23" fmla="*/ 45245 w 127537"/>
                <a:gd name="csY23" fmla="*/ 112537 h 112473"/>
                <a:gd name="csX24" fmla="*/ 45245 w 127537"/>
                <a:gd name="csY24" fmla="*/ 104447 h 112473"/>
                <a:gd name="csX25" fmla="*/ 37907 w 127537"/>
                <a:gd name="csY25" fmla="*/ 96358 h 112473"/>
                <a:gd name="csX26" fmla="*/ 60681 w 127537"/>
                <a:gd name="csY26" fmla="*/ 63216 h 112473"/>
                <a:gd name="csX27" fmla="*/ 79913 w 127537"/>
                <a:gd name="csY27" fmla="*/ 89312 h 112473"/>
                <a:gd name="csX28" fmla="*/ 85227 w 127537"/>
                <a:gd name="csY28" fmla="*/ 97923 h 112473"/>
                <a:gd name="csX29" fmla="*/ 76117 w 127537"/>
                <a:gd name="csY29" fmla="*/ 104447 h 112473"/>
                <a:gd name="csX30" fmla="*/ 76117 w 127537"/>
                <a:gd name="csY30" fmla="*/ 112537 h 112473"/>
                <a:gd name="csX31" fmla="*/ 103447 w 127537"/>
                <a:gd name="csY31" fmla="*/ 111754 h 112473"/>
                <a:gd name="csX32" fmla="*/ 127740 w 127537"/>
                <a:gd name="csY32" fmla="*/ 112537 h 112473"/>
                <a:gd name="csX33" fmla="*/ 127740 w 127537"/>
                <a:gd name="csY33" fmla="*/ 104447 h 112473"/>
                <a:gd name="csX34" fmla="*/ 103700 w 127537"/>
                <a:gd name="csY34" fmla="*/ 96358 h 112473"/>
                <a:gd name="csX35" fmla="*/ 69791 w 127537"/>
                <a:gd name="csY35" fmla="*/ 51212 h 112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27537" h="112473">
                  <a:moveTo>
                    <a:pt x="69791" y="51212"/>
                  </a:moveTo>
                  <a:cubicBezTo>
                    <a:pt x="77383" y="41295"/>
                    <a:pt x="86999" y="28508"/>
                    <a:pt x="93072" y="21723"/>
                  </a:cubicBezTo>
                  <a:cubicBezTo>
                    <a:pt x="100916" y="12329"/>
                    <a:pt x="111291" y="8414"/>
                    <a:pt x="123185" y="8153"/>
                  </a:cubicBezTo>
                  <a:lnTo>
                    <a:pt x="123185" y="64"/>
                  </a:lnTo>
                  <a:cubicBezTo>
                    <a:pt x="116605" y="586"/>
                    <a:pt x="109014" y="847"/>
                    <a:pt x="102435" y="847"/>
                  </a:cubicBezTo>
                  <a:cubicBezTo>
                    <a:pt x="94843" y="847"/>
                    <a:pt x="81431" y="325"/>
                    <a:pt x="78142" y="64"/>
                  </a:cubicBezTo>
                  <a:lnTo>
                    <a:pt x="78142" y="8153"/>
                  </a:lnTo>
                  <a:cubicBezTo>
                    <a:pt x="83456" y="8675"/>
                    <a:pt x="85480" y="12068"/>
                    <a:pt x="85480" y="16243"/>
                  </a:cubicBezTo>
                  <a:cubicBezTo>
                    <a:pt x="85480" y="20419"/>
                    <a:pt x="82950" y="23811"/>
                    <a:pt x="81684" y="25377"/>
                  </a:cubicBezTo>
                  <a:lnTo>
                    <a:pt x="65995" y="45732"/>
                  </a:lnTo>
                  <a:lnTo>
                    <a:pt x="46257" y="19375"/>
                  </a:lnTo>
                  <a:cubicBezTo>
                    <a:pt x="43980" y="16765"/>
                    <a:pt x="43980" y="16243"/>
                    <a:pt x="43980" y="14677"/>
                  </a:cubicBezTo>
                  <a:cubicBezTo>
                    <a:pt x="43980" y="10763"/>
                    <a:pt x="47776" y="8414"/>
                    <a:pt x="52837" y="8153"/>
                  </a:cubicBezTo>
                  <a:lnTo>
                    <a:pt x="52837" y="64"/>
                  </a:lnTo>
                  <a:cubicBezTo>
                    <a:pt x="46257" y="325"/>
                    <a:pt x="29556" y="847"/>
                    <a:pt x="25507" y="847"/>
                  </a:cubicBezTo>
                  <a:cubicBezTo>
                    <a:pt x="20193" y="847"/>
                    <a:pt x="8300" y="586"/>
                    <a:pt x="1467" y="64"/>
                  </a:cubicBezTo>
                  <a:lnTo>
                    <a:pt x="1467" y="8153"/>
                  </a:lnTo>
                  <a:cubicBezTo>
                    <a:pt x="19181" y="8153"/>
                    <a:pt x="19434" y="8414"/>
                    <a:pt x="31327" y="24072"/>
                  </a:cubicBezTo>
                  <a:lnTo>
                    <a:pt x="56379" y="57736"/>
                  </a:lnTo>
                  <a:lnTo>
                    <a:pt x="32593" y="88790"/>
                  </a:lnTo>
                  <a:cubicBezTo>
                    <a:pt x="20446" y="103925"/>
                    <a:pt x="5516" y="104447"/>
                    <a:pt x="202" y="104447"/>
                  </a:cubicBezTo>
                  <a:lnTo>
                    <a:pt x="202" y="112537"/>
                  </a:lnTo>
                  <a:cubicBezTo>
                    <a:pt x="6781" y="112015"/>
                    <a:pt x="14626" y="111754"/>
                    <a:pt x="21205" y="111754"/>
                  </a:cubicBezTo>
                  <a:cubicBezTo>
                    <a:pt x="28544" y="111754"/>
                    <a:pt x="39172" y="112276"/>
                    <a:pt x="45245" y="112537"/>
                  </a:cubicBezTo>
                  <a:lnTo>
                    <a:pt x="45245" y="104447"/>
                  </a:lnTo>
                  <a:cubicBezTo>
                    <a:pt x="39678" y="103664"/>
                    <a:pt x="37907" y="100272"/>
                    <a:pt x="37907" y="96358"/>
                  </a:cubicBezTo>
                  <a:cubicBezTo>
                    <a:pt x="37907" y="90616"/>
                    <a:pt x="45245" y="82005"/>
                    <a:pt x="60681" y="63216"/>
                  </a:cubicBezTo>
                  <a:lnTo>
                    <a:pt x="79913" y="89312"/>
                  </a:lnTo>
                  <a:cubicBezTo>
                    <a:pt x="81937" y="92182"/>
                    <a:pt x="85227" y="96358"/>
                    <a:pt x="85227" y="97923"/>
                  </a:cubicBezTo>
                  <a:cubicBezTo>
                    <a:pt x="85227" y="100272"/>
                    <a:pt x="82950" y="104186"/>
                    <a:pt x="76117" y="104447"/>
                  </a:cubicBezTo>
                  <a:lnTo>
                    <a:pt x="76117" y="112537"/>
                  </a:lnTo>
                  <a:cubicBezTo>
                    <a:pt x="83709" y="112276"/>
                    <a:pt x="97880" y="111754"/>
                    <a:pt x="103447" y="111754"/>
                  </a:cubicBezTo>
                  <a:cubicBezTo>
                    <a:pt x="110279" y="111754"/>
                    <a:pt x="120148" y="112015"/>
                    <a:pt x="127740" y="112537"/>
                  </a:cubicBezTo>
                  <a:lnTo>
                    <a:pt x="127740" y="104447"/>
                  </a:lnTo>
                  <a:cubicBezTo>
                    <a:pt x="114075" y="104447"/>
                    <a:pt x="109520" y="103925"/>
                    <a:pt x="103700" y="96358"/>
                  </a:cubicBezTo>
                  <a:lnTo>
                    <a:pt x="69791" y="51212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4F96695-013D-7C1A-5214-90678386FD3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829991" y="4013141"/>
              <a:ext cx="58707" cy="260958"/>
            </a:xfrm>
            <a:custGeom>
              <a:avLst/>
              <a:gdLst>
                <a:gd name="csX0" fmla="*/ 58915 w 58707"/>
                <a:gd name="csY0" fmla="*/ 258413 h 260958"/>
                <a:gd name="csX1" fmla="*/ 54613 w 58707"/>
                <a:gd name="csY1" fmla="*/ 252672 h 260958"/>
                <a:gd name="csX2" fmla="*/ 14884 w 58707"/>
                <a:gd name="csY2" fmla="*/ 130543 h 260958"/>
                <a:gd name="csX3" fmla="*/ 55625 w 58707"/>
                <a:gd name="csY3" fmla="*/ 7110 h 260958"/>
                <a:gd name="csX4" fmla="*/ 58915 w 58707"/>
                <a:gd name="csY4" fmla="*/ 2673 h 260958"/>
                <a:gd name="csX5" fmla="*/ 56385 w 58707"/>
                <a:gd name="csY5" fmla="*/ 64 h 260958"/>
                <a:gd name="csX6" fmla="*/ 16150 w 58707"/>
                <a:gd name="csY6" fmla="*/ 50951 h 260958"/>
                <a:gd name="csX7" fmla="*/ 207 w 58707"/>
                <a:gd name="csY7" fmla="*/ 130543 h 260958"/>
                <a:gd name="csX8" fmla="*/ 16909 w 58707"/>
                <a:gd name="csY8" fmla="*/ 211962 h 260958"/>
                <a:gd name="csX9" fmla="*/ 56385 w 58707"/>
                <a:gd name="csY9" fmla="*/ 261023 h 260958"/>
                <a:gd name="csX10" fmla="*/ 58915 w 58707"/>
                <a:gd name="csY10" fmla="*/ 258413 h 260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707" h="260958">
                  <a:moveTo>
                    <a:pt x="58915" y="258413"/>
                  </a:moveTo>
                  <a:cubicBezTo>
                    <a:pt x="58915" y="257630"/>
                    <a:pt x="58915" y="257108"/>
                    <a:pt x="54613" y="252672"/>
                  </a:cubicBezTo>
                  <a:cubicBezTo>
                    <a:pt x="22982" y="219791"/>
                    <a:pt x="14884" y="170470"/>
                    <a:pt x="14884" y="130543"/>
                  </a:cubicBezTo>
                  <a:cubicBezTo>
                    <a:pt x="14884" y="85136"/>
                    <a:pt x="24500" y="39729"/>
                    <a:pt x="55625" y="7110"/>
                  </a:cubicBezTo>
                  <a:cubicBezTo>
                    <a:pt x="58915" y="3978"/>
                    <a:pt x="58915" y="3456"/>
                    <a:pt x="58915" y="2673"/>
                  </a:cubicBezTo>
                  <a:cubicBezTo>
                    <a:pt x="58915" y="847"/>
                    <a:pt x="57903" y="64"/>
                    <a:pt x="56385" y="64"/>
                  </a:cubicBezTo>
                  <a:cubicBezTo>
                    <a:pt x="53854" y="64"/>
                    <a:pt x="31080" y="17809"/>
                    <a:pt x="16150" y="50951"/>
                  </a:cubicBezTo>
                  <a:cubicBezTo>
                    <a:pt x="3244" y="79656"/>
                    <a:pt x="207" y="108623"/>
                    <a:pt x="207" y="130543"/>
                  </a:cubicBezTo>
                  <a:cubicBezTo>
                    <a:pt x="207" y="150898"/>
                    <a:pt x="2991" y="182474"/>
                    <a:pt x="16909" y="211962"/>
                  </a:cubicBezTo>
                  <a:cubicBezTo>
                    <a:pt x="32092" y="244060"/>
                    <a:pt x="53854" y="261023"/>
                    <a:pt x="56385" y="261023"/>
                  </a:cubicBezTo>
                  <a:cubicBezTo>
                    <a:pt x="57903" y="261023"/>
                    <a:pt x="58915" y="260240"/>
                    <a:pt x="58915" y="258413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58D8873-175F-DF6B-85D5-42A3B89FE40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945937" y="3964026"/>
              <a:ext cx="134623" cy="163856"/>
            </a:xfrm>
            <a:custGeom>
              <a:avLst/>
              <a:gdLst>
                <a:gd name="csX0" fmla="*/ 70358 w 134623"/>
                <a:gd name="csY0" fmla="*/ 139437 h 163856"/>
                <a:gd name="csX1" fmla="*/ 87186 w 134623"/>
                <a:gd name="csY1" fmla="*/ 163915 h 163856"/>
                <a:gd name="csX2" fmla="*/ 118893 w 134623"/>
                <a:gd name="csY2" fmla="*/ 128477 h 163856"/>
                <a:gd name="csX3" fmla="*/ 116413 w 134623"/>
                <a:gd name="csY3" fmla="*/ 125920 h 163856"/>
                <a:gd name="csX4" fmla="*/ 113933 w 134623"/>
                <a:gd name="csY4" fmla="*/ 128294 h 163856"/>
                <a:gd name="csX5" fmla="*/ 91969 w 134623"/>
                <a:gd name="csY5" fmla="*/ 144735 h 163856"/>
                <a:gd name="csX6" fmla="*/ 77975 w 134623"/>
                <a:gd name="csY6" fmla="*/ 127016 h 163856"/>
                <a:gd name="csX7" fmla="*/ 134836 w 134623"/>
                <a:gd name="csY7" fmla="*/ 50842 h 163856"/>
                <a:gd name="csX8" fmla="*/ 83466 w 134623"/>
                <a:gd name="csY8" fmla="*/ 59 h 163856"/>
                <a:gd name="csX9" fmla="*/ 212 w 134623"/>
                <a:gd name="csY9" fmla="*/ 82079 h 163856"/>
                <a:gd name="csX10" fmla="*/ 51759 w 134623"/>
                <a:gd name="csY10" fmla="*/ 132131 h 163856"/>
                <a:gd name="csX11" fmla="*/ 70358 w 134623"/>
                <a:gd name="csY11" fmla="*/ 129573 h 163856"/>
                <a:gd name="csX12" fmla="*/ 70358 w 134623"/>
                <a:gd name="csY12" fmla="*/ 139437 h 163856"/>
                <a:gd name="csX13" fmla="*/ 39714 w 134623"/>
                <a:gd name="csY13" fmla="*/ 123910 h 163856"/>
                <a:gd name="csX14" fmla="*/ 17395 w 134623"/>
                <a:gd name="csY14" fmla="*/ 86645 h 163856"/>
                <a:gd name="csX15" fmla="*/ 37234 w 134623"/>
                <a:gd name="csY15" fmla="*/ 30017 h 163856"/>
                <a:gd name="csX16" fmla="*/ 82049 w 134623"/>
                <a:gd name="csY16" fmla="*/ 5905 h 163856"/>
                <a:gd name="csX17" fmla="*/ 117653 w 134623"/>
                <a:gd name="csY17" fmla="*/ 45910 h 163856"/>
                <a:gd name="csX18" fmla="*/ 76558 w 134623"/>
                <a:gd name="csY18" fmla="*/ 120074 h 163856"/>
                <a:gd name="csX19" fmla="*/ 58667 w 134623"/>
                <a:gd name="csY19" fmla="*/ 100894 h 163856"/>
                <a:gd name="csX20" fmla="*/ 39005 w 134623"/>
                <a:gd name="csY20" fmla="*/ 119161 h 163856"/>
                <a:gd name="csX21" fmla="*/ 39714 w 134623"/>
                <a:gd name="csY21" fmla="*/ 123910 h 163856"/>
                <a:gd name="csX22" fmla="*/ 70358 w 134623"/>
                <a:gd name="csY22" fmla="*/ 122997 h 163856"/>
                <a:gd name="csX23" fmla="*/ 52999 w 134623"/>
                <a:gd name="csY23" fmla="*/ 126285 h 163856"/>
                <a:gd name="csX24" fmla="*/ 43965 w 134623"/>
                <a:gd name="csY24" fmla="*/ 119161 h 163856"/>
                <a:gd name="csX25" fmla="*/ 58667 w 134623"/>
                <a:gd name="csY25" fmla="*/ 106009 h 163856"/>
                <a:gd name="csX26" fmla="*/ 70358 w 134623"/>
                <a:gd name="csY26" fmla="*/ 122997 h 1638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4623" h="163856">
                  <a:moveTo>
                    <a:pt x="70358" y="139437"/>
                  </a:moveTo>
                  <a:cubicBezTo>
                    <a:pt x="70358" y="151311"/>
                    <a:pt x="72661" y="163915"/>
                    <a:pt x="87186" y="163915"/>
                  </a:cubicBezTo>
                  <a:cubicBezTo>
                    <a:pt x="108619" y="163915"/>
                    <a:pt x="118893" y="132496"/>
                    <a:pt x="118893" y="128477"/>
                  </a:cubicBezTo>
                  <a:cubicBezTo>
                    <a:pt x="118893" y="127198"/>
                    <a:pt x="117830" y="125920"/>
                    <a:pt x="116413" y="125920"/>
                  </a:cubicBezTo>
                  <a:cubicBezTo>
                    <a:pt x="114642" y="125920"/>
                    <a:pt x="114111" y="127564"/>
                    <a:pt x="113933" y="128294"/>
                  </a:cubicBezTo>
                  <a:cubicBezTo>
                    <a:pt x="109682" y="141081"/>
                    <a:pt x="97991" y="144735"/>
                    <a:pt x="91969" y="144735"/>
                  </a:cubicBezTo>
                  <a:cubicBezTo>
                    <a:pt x="84883" y="144735"/>
                    <a:pt x="81163" y="141629"/>
                    <a:pt x="77975" y="127016"/>
                  </a:cubicBezTo>
                  <a:cubicBezTo>
                    <a:pt x="109505" y="115507"/>
                    <a:pt x="134836" y="83175"/>
                    <a:pt x="134836" y="50842"/>
                  </a:cubicBezTo>
                  <a:cubicBezTo>
                    <a:pt x="134836" y="22162"/>
                    <a:pt x="114819" y="59"/>
                    <a:pt x="83466" y="59"/>
                  </a:cubicBezTo>
                  <a:cubicBezTo>
                    <a:pt x="41131" y="59"/>
                    <a:pt x="212" y="40978"/>
                    <a:pt x="212" y="82079"/>
                  </a:cubicBezTo>
                  <a:cubicBezTo>
                    <a:pt x="212" y="111489"/>
                    <a:pt x="21291" y="132131"/>
                    <a:pt x="51759" y="132131"/>
                  </a:cubicBezTo>
                  <a:cubicBezTo>
                    <a:pt x="55124" y="132131"/>
                    <a:pt x="61147" y="131948"/>
                    <a:pt x="70358" y="129573"/>
                  </a:cubicBezTo>
                  <a:lnTo>
                    <a:pt x="70358" y="139437"/>
                  </a:lnTo>
                  <a:close/>
                  <a:moveTo>
                    <a:pt x="39714" y="123910"/>
                  </a:moveTo>
                  <a:cubicBezTo>
                    <a:pt x="30503" y="120622"/>
                    <a:pt x="17395" y="111123"/>
                    <a:pt x="17395" y="86645"/>
                  </a:cubicBezTo>
                  <a:cubicBezTo>
                    <a:pt x="17395" y="74954"/>
                    <a:pt x="21114" y="50659"/>
                    <a:pt x="37234" y="30017"/>
                  </a:cubicBezTo>
                  <a:cubicBezTo>
                    <a:pt x="48393" y="15952"/>
                    <a:pt x="65575" y="5905"/>
                    <a:pt x="82049" y="5905"/>
                  </a:cubicBezTo>
                  <a:cubicBezTo>
                    <a:pt x="101357" y="5905"/>
                    <a:pt x="117653" y="19240"/>
                    <a:pt x="117653" y="45910"/>
                  </a:cubicBezTo>
                  <a:cubicBezTo>
                    <a:pt x="117653" y="64177"/>
                    <a:pt x="108974" y="103451"/>
                    <a:pt x="76558" y="120074"/>
                  </a:cubicBezTo>
                  <a:cubicBezTo>
                    <a:pt x="73724" y="108566"/>
                    <a:pt x="69118" y="100894"/>
                    <a:pt x="58667" y="100894"/>
                  </a:cubicBezTo>
                  <a:cubicBezTo>
                    <a:pt x="48748" y="100894"/>
                    <a:pt x="39005" y="109479"/>
                    <a:pt x="39005" y="119161"/>
                  </a:cubicBezTo>
                  <a:cubicBezTo>
                    <a:pt x="39005" y="122449"/>
                    <a:pt x="39182" y="122632"/>
                    <a:pt x="39714" y="123910"/>
                  </a:cubicBezTo>
                  <a:close/>
                  <a:moveTo>
                    <a:pt x="70358" y="122997"/>
                  </a:moveTo>
                  <a:cubicBezTo>
                    <a:pt x="66461" y="124458"/>
                    <a:pt x="59907" y="126285"/>
                    <a:pt x="52999" y="126285"/>
                  </a:cubicBezTo>
                  <a:cubicBezTo>
                    <a:pt x="50165" y="126285"/>
                    <a:pt x="43965" y="126285"/>
                    <a:pt x="43965" y="119161"/>
                  </a:cubicBezTo>
                  <a:cubicBezTo>
                    <a:pt x="43965" y="112219"/>
                    <a:pt x="51227" y="106009"/>
                    <a:pt x="58667" y="106009"/>
                  </a:cubicBezTo>
                  <a:cubicBezTo>
                    <a:pt x="65044" y="106009"/>
                    <a:pt x="69827" y="108931"/>
                    <a:pt x="70358" y="122997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21C31E8-D414-A892-96C1-C283CABFDFB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105303" y="3967680"/>
              <a:ext cx="161193" cy="124764"/>
            </a:xfrm>
            <a:custGeom>
              <a:avLst/>
              <a:gdLst>
                <a:gd name="csX0" fmla="*/ 89318 w 161193"/>
                <a:gd name="csY0" fmla="*/ 51390 h 124764"/>
                <a:gd name="csX1" fmla="*/ 88255 w 161193"/>
                <a:gd name="csY1" fmla="*/ 49198 h 124764"/>
                <a:gd name="csX2" fmla="*/ 92506 w 161193"/>
                <a:gd name="csY2" fmla="*/ 45727 h 124764"/>
                <a:gd name="csX3" fmla="*/ 110397 w 161193"/>
                <a:gd name="csY3" fmla="*/ 32757 h 124764"/>
                <a:gd name="csX4" fmla="*/ 157338 w 161193"/>
                <a:gd name="csY4" fmla="*/ 6635 h 124764"/>
                <a:gd name="csX5" fmla="*/ 161412 w 161193"/>
                <a:gd name="csY5" fmla="*/ 2617 h 124764"/>
                <a:gd name="csX6" fmla="*/ 159109 w 161193"/>
                <a:gd name="csY6" fmla="*/ 242 h 124764"/>
                <a:gd name="csX7" fmla="*/ 146887 w 161193"/>
                <a:gd name="csY7" fmla="*/ 790 h 124764"/>
                <a:gd name="csX8" fmla="*/ 125454 w 161193"/>
                <a:gd name="csY8" fmla="*/ 59 h 124764"/>
                <a:gd name="csX9" fmla="*/ 121734 w 161193"/>
                <a:gd name="csY9" fmla="*/ 4078 h 124764"/>
                <a:gd name="csX10" fmla="*/ 124391 w 161193"/>
                <a:gd name="csY10" fmla="*/ 6635 h 124764"/>
                <a:gd name="csX11" fmla="*/ 128819 w 161193"/>
                <a:gd name="csY11" fmla="*/ 9193 h 124764"/>
                <a:gd name="csX12" fmla="*/ 121025 w 161193"/>
                <a:gd name="csY12" fmla="*/ 18144 h 124764"/>
                <a:gd name="csX13" fmla="*/ 47160 w 161193"/>
                <a:gd name="csY13" fmla="*/ 71849 h 124764"/>
                <a:gd name="csX14" fmla="*/ 61153 w 161193"/>
                <a:gd name="csY14" fmla="*/ 14308 h 124764"/>
                <a:gd name="csX15" fmla="*/ 76741 w 161193"/>
                <a:gd name="csY15" fmla="*/ 6635 h 124764"/>
                <a:gd name="csX16" fmla="*/ 82055 w 161193"/>
                <a:gd name="csY16" fmla="*/ 2799 h 124764"/>
                <a:gd name="csX17" fmla="*/ 79221 w 161193"/>
                <a:gd name="csY17" fmla="*/ 59 h 124764"/>
                <a:gd name="csX18" fmla="*/ 56016 w 161193"/>
                <a:gd name="csY18" fmla="*/ 790 h 124764"/>
                <a:gd name="csX19" fmla="*/ 43794 w 161193"/>
                <a:gd name="csY19" fmla="*/ 607 h 124764"/>
                <a:gd name="csX20" fmla="*/ 32634 w 161193"/>
                <a:gd name="csY20" fmla="*/ 59 h 124764"/>
                <a:gd name="csX21" fmla="*/ 28915 w 161193"/>
                <a:gd name="csY21" fmla="*/ 4078 h 124764"/>
                <a:gd name="csX22" fmla="*/ 34760 w 161193"/>
                <a:gd name="csY22" fmla="*/ 6635 h 124764"/>
                <a:gd name="csX23" fmla="*/ 41491 w 161193"/>
                <a:gd name="csY23" fmla="*/ 7001 h 124764"/>
                <a:gd name="csX24" fmla="*/ 45388 w 161193"/>
                <a:gd name="csY24" fmla="*/ 9558 h 124764"/>
                <a:gd name="csX25" fmla="*/ 44680 w 161193"/>
                <a:gd name="csY25" fmla="*/ 13577 h 124764"/>
                <a:gd name="csX26" fmla="*/ 21121 w 161193"/>
                <a:gd name="csY26" fmla="*/ 110575 h 124764"/>
                <a:gd name="csX27" fmla="*/ 5533 w 161193"/>
                <a:gd name="csY27" fmla="*/ 118248 h 124764"/>
                <a:gd name="csX28" fmla="*/ 219 w 161193"/>
                <a:gd name="csY28" fmla="*/ 122266 h 124764"/>
                <a:gd name="csX29" fmla="*/ 3053 w 161193"/>
                <a:gd name="csY29" fmla="*/ 124824 h 124764"/>
                <a:gd name="csX30" fmla="*/ 26080 w 161193"/>
                <a:gd name="csY30" fmla="*/ 124093 h 124764"/>
                <a:gd name="csX31" fmla="*/ 38303 w 161193"/>
                <a:gd name="csY31" fmla="*/ 124276 h 124764"/>
                <a:gd name="csX32" fmla="*/ 49639 w 161193"/>
                <a:gd name="csY32" fmla="*/ 124824 h 124764"/>
                <a:gd name="csX33" fmla="*/ 53359 w 161193"/>
                <a:gd name="csY33" fmla="*/ 120805 h 124764"/>
                <a:gd name="csX34" fmla="*/ 47691 w 161193"/>
                <a:gd name="csY34" fmla="*/ 118248 h 124764"/>
                <a:gd name="csX35" fmla="*/ 40960 w 161193"/>
                <a:gd name="csY35" fmla="*/ 117882 h 124764"/>
                <a:gd name="csX36" fmla="*/ 36886 w 161193"/>
                <a:gd name="csY36" fmla="*/ 115142 h 124764"/>
                <a:gd name="csX37" fmla="*/ 45211 w 161193"/>
                <a:gd name="csY37" fmla="*/ 80069 h 124764"/>
                <a:gd name="csX38" fmla="*/ 74616 w 161193"/>
                <a:gd name="csY38" fmla="*/ 58697 h 124764"/>
                <a:gd name="csX39" fmla="*/ 100300 w 161193"/>
                <a:gd name="csY39" fmla="*/ 110027 h 124764"/>
                <a:gd name="csX40" fmla="*/ 101540 w 161193"/>
                <a:gd name="csY40" fmla="*/ 113498 h 124764"/>
                <a:gd name="csX41" fmla="*/ 93392 w 161193"/>
                <a:gd name="csY41" fmla="*/ 118248 h 124764"/>
                <a:gd name="csX42" fmla="*/ 88787 w 161193"/>
                <a:gd name="csY42" fmla="*/ 122266 h 124764"/>
                <a:gd name="csX43" fmla="*/ 91798 w 161193"/>
                <a:gd name="csY43" fmla="*/ 124824 h 124764"/>
                <a:gd name="csX44" fmla="*/ 114471 w 161193"/>
                <a:gd name="csY44" fmla="*/ 124093 h 124764"/>
                <a:gd name="csX45" fmla="*/ 131830 w 161193"/>
                <a:gd name="csY45" fmla="*/ 124824 h 124764"/>
                <a:gd name="csX46" fmla="*/ 135373 w 161193"/>
                <a:gd name="csY46" fmla="*/ 120988 h 124764"/>
                <a:gd name="csX47" fmla="*/ 131299 w 161193"/>
                <a:gd name="csY47" fmla="*/ 118248 h 124764"/>
                <a:gd name="csX48" fmla="*/ 119608 w 161193"/>
                <a:gd name="csY48" fmla="*/ 112219 h 124764"/>
                <a:gd name="csX49" fmla="*/ 89318 w 161193"/>
                <a:gd name="csY49" fmla="*/ 51390 h 124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161193" h="124764">
                  <a:moveTo>
                    <a:pt x="89318" y="51390"/>
                  </a:moveTo>
                  <a:cubicBezTo>
                    <a:pt x="88609" y="49928"/>
                    <a:pt x="88255" y="49380"/>
                    <a:pt x="88255" y="49198"/>
                  </a:cubicBezTo>
                  <a:cubicBezTo>
                    <a:pt x="88255" y="48832"/>
                    <a:pt x="88432" y="48650"/>
                    <a:pt x="92506" y="45727"/>
                  </a:cubicBezTo>
                  <a:lnTo>
                    <a:pt x="110397" y="32757"/>
                  </a:lnTo>
                  <a:cubicBezTo>
                    <a:pt x="133779" y="15769"/>
                    <a:pt x="144761" y="7731"/>
                    <a:pt x="157338" y="6635"/>
                  </a:cubicBezTo>
                  <a:cubicBezTo>
                    <a:pt x="159287" y="6453"/>
                    <a:pt x="161412" y="6270"/>
                    <a:pt x="161412" y="2617"/>
                  </a:cubicBezTo>
                  <a:cubicBezTo>
                    <a:pt x="161412" y="1155"/>
                    <a:pt x="160172" y="242"/>
                    <a:pt x="159109" y="242"/>
                  </a:cubicBezTo>
                  <a:cubicBezTo>
                    <a:pt x="155390" y="242"/>
                    <a:pt x="150784" y="790"/>
                    <a:pt x="146887" y="790"/>
                  </a:cubicBezTo>
                  <a:cubicBezTo>
                    <a:pt x="142104" y="790"/>
                    <a:pt x="130236" y="59"/>
                    <a:pt x="125454" y="59"/>
                  </a:cubicBezTo>
                  <a:cubicBezTo>
                    <a:pt x="124391" y="59"/>
                    <a:pt x="121734" y="59"/>
                    <a:pt x="121734" y="4078"/>
                  </a:cubicBezTo>
                  <a:cubicBezTo>
                    <a:pt x="121734" y="4261"/>
                    <a:pt x="121734" y="6453"/>
                    <a:pt x="124391" y="6635"/>
                  </a:cubicBezTo>
                  <a:cubicBezTo>
                    <a:pt x="126516" y="6818"/>
                    <a:pt x="128819" y="7183"/>
                    <a:pt x="128819" y="9193"/>
                  </a:cubicBezTo>
                  <a:cubicBezTo>
                    <a:pt x="128819" y="12481"/>
                    <a:pt x="123328" y="16500"/>
                    <a:pt x="121025" y="18144"/>
                  </a:cubicBezTo>
                  <a:lnTo>
                    <a:pt x="47160" y="71849"/>
                  </a:lnTo>
                  <a:lnTo>
                    <a:pt x="61153" y="14308"/>
                  </a:lnTo>
                  <a:cubicBezTo>
                    <a:pt x="62748" y="8097"/>
                    <a:pt x="62925" y="6635"/>
                    <a:pt x="76741" y="6635"/>
                  </a:cubicBezTo>
                  <a:cubicBezTo>
                    <a:pt x="79575" y="6635"/>
                    <a:pt x="82055" y="6635"/>
                    <a:pt x="82055" y="2799"/>
                  </a:cubicBezTo>
                  <a:cubicBezTo>
                    <a:pt x="82055" y="1155"/>
                    <a:pt x="80993" y="59"/>
                    <a:pt x="79221" y="59"/>
                  </a:cubicBezTo>
                  <a:cubicBezTo>
                    <a:pt x="74084" y="59"/>
                    <a:pt x="61153" y="790"/>
                    <a:pt x="56016" y="790"/>
                  </a:cubicBezTo>
                  <a:cubicBezTo>
                    <a:pt x="53005" y="790"/>
                    <a:pt x="46805" y="790"/>
                    <a:pt x="43794" y="607"/>
                  </a:cubicBezTo>
                  <a:cubicBezTo>
                    <a:pt x="40251" y="425"/>
                    <a:pt x="36000" y="59"/>
                    <a:pt x="32634" y="59"/>
                  </a:cubicBezTo>
                  <a:cubicBezTo>
                    <a:pt x="31572" y="59"/>
                    <a:pt x="28915" y="59"/>
                    <a:pt x="28915" y="4078"/>
                  </a:cubicBezTo>
                  <a:cubicBezTo>
                    <a:pt x="28915" y="6635"/>
                    <a:pt x="30863" y="6635"/>
                    <a:pt x="34760" y="6635"/>
                  </a:cubicBezTo>
                  <a:cubicBezTo>
                    <a:pt x="37594" y="6635"/>
                    <a:pt x="38303" y="6635"/>
                    <a:pt x="41491" y="7001"/>
                  </a:cubicBezTo>
                  <a:cubicBezTo>
                    <a:pt x="45034" y="7366"/>
                    <a:pt x="45388" y="7731"/>
                    <a:pt x="45388" y="9558"/>
                  </a:cubicBezTo>
                  <a:cubicBezTo>
                    <a:pt x="45388" y="9924"/>
                    <a:pt x="45388" y="10837"/>
                    <a:pt x="44680" y="13577"/>
                  </a:cubicBezTo>
                  <a:lnTo>
                    <a:pt x="21121" y="110575"/>
                  </a:lnTo>
                  <a:cubicBezTo>
                    <a:pt x="19704" y="116786"/>
                    <a:pt x="19349" y="118248"/>
                    <a:pt x="5533" y="118248"/>
                  </a:cubicBezTo>
                  <a:cubicBezTo>
                    <a:pt x="2344" y="118248"/>
                    <a:pt x="219" y="118248"/>
                    <a:pt x="219" y="122266"/>
                  </a:cubicBezTo>
                  <a:cubicBezTo>
                    <a:pt x="219" y="122449"/>
                    <a:pt x="219" y="124824"/>
                    <a:pt x="3053" y="124824"/>
                  </a:cubicBezTo>
                  <a:cubicBezTo>
                    <a:pt x="8190" y="124824"/>
                    <a:pt x="20944" y="124093"/>
                    <a:pt x="26080" y="124093"/>
                  </a:cubicBezTo>
                  <a:cubicBezTo>
                    <a:pt x="29092" y="124093"/>
                    <a:pt x="35291" y="124093"/>
                    <a:pt x="38303" y="124276"/>
                  </a:cubicBezTo>
                  <a:cubicBezTo>
                    <a:pt x="41846" y="124458"/>
                    <a:pt x="46274" y="124824"/>
                    <a:pt x="49639" y="124824"/>
                  </a:cubicBezTo>
                  <a:cubicBezTo>
                    <a:pt x="50702" y="124824"/>
                    <a:pt x="53359" y="124824"/>
                    <a:pt x="53359" y="120805"/>
                  </a:cubicBezTo>
                  <a:cubicBezTo>
                    <a:pt x="53359" y="118248"/>
                    <a:pt x="51234" y="118248"/>
                    <a:pt x="47691" y="118248"/>
                  </a:cubicBezTo>
                  <a:cubicBezTo>
                    <a:pt x="47514" y="118248"/>
                    <a:pt x="44148" y="118248"/>
                    <a:pt x="40960" y="117882"/>
                  </a:cubicBezTo>
                  <a:cubicBezTo>
                    <a:pt x="36886" y="117517"/>
                    <a:pt x="36886" y="116969"/>
                    <a:pt x="36886" y="115142"/>
                  </a:cubicBezTo>
                  <a:cubicBezTo>
                    <a:pt x="36886" y="113681"/>
                    <a:pt x="38657" y="106922"/>
                    <a:pt x="45211" y="80069"/>
                  </a:cubicBezTo>
                  <a:lnTo>
                    <a:pt x="74616" y="58697"/>
                  </a:lnTo>
                  <a:lnTo>
                    <a:pt x="100300" y="110027"/>
                  </a:lnTo>
                  <a:cubicBezTo>
                    <a:pt x="101540" y="112402"/>
                    <a:pt x="101540" y="112585"/>
                    <a:pt x="101540" y="113498"/>
                  </a:cubicBezTo>
                  <a:cubicBezTo>
                    <a:pt x="101540" y="117700"/>
                    <a:pt x="96580" y="118248"/>
                    <a:pt x="93392" y="118248"/>
                  </a:cubicBezTo>
                  <a:cubicBezTo>
                    <a:pt x="91266" y="118248"/>
                    <a:pt x="88787" y="118248"/>
                    <a:pt x="88787" y="122266"/>
                  </a:cubicBezTo>
                  <a:cubicBezTo>
                    <a:pt x="88787" y="122449"/>
                    <a:pt x="88964" y="124824"/>
                    <a:pt x="91798" y="124824"/>
                  </a:cubicBezTo>
                  <a:cubicBezTo>
                    <a:pt x="96758" y="124824"/>
                    <a:pt x="109511" y="124093"/>
                    <a:pt x="114471" y="124093"/>
                  </a:cubicBezTo>
                  <a:cubicBezTo>
                    <a:pt x="119785" y="124093"/>
                    <a:pt x="126871" y="124824"/>
                    <a:pt x="131830" y="124824"/>
                  </a:cubicBezTo>
                  <a:cubicBezTo>
                    <a:pt x="134133" y="124824"/>
                    <a:pt x="135373" y="123545"/>
                    <a:pt x="135373" y="120988"/>
                  </a:cubicBezTo>
                  <a:cubicBezTo>
                    <a:pt x="135373" y="118248"/>
                    <a:pt x="133070" y="118248"/>
                    <a:pt x="131299" y="118248"/>
                  </a:cubicBezTo>
                  <a:cubicBezTo>
                    <a:pt x="128111" y="118248"/>
                    <a:pt x="122619" y="118065"/>
                    <a:pt x="119608" y="112219"/>
                  </a:cubicBezTo>
                  <a:lnTo>
                    <a:pt x="89318" y="51390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49B880-422D-D5C2-D125-FC807A94B72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291340" y="3923139"/>
              <a:ext cx="105522" cy="90552"/>
            </a:xfrm>
            <a:custGeom>
              <a:avLst/>
              <a:gdLst>
                <a:gd name="csX0" fmla="*/ 56530 w 105522"/>
                <a:gd name="csY0" fmla="*/ 7363 h 90552"/>
                <a:gd name="csX1" fmla="*/ 100308 w 105522"/>
                <a:gd name="csY1" fmla="*/ 7363 h 90552"/>
                <a:gd name="csX2" fmla="*/ 105748 w 105522"/>
                <a:gd name="csY2" fmla="*/ 3710 h 90552"/>
                <a:gd name="csX3" fmla="*/ 100308 w 105522"/>
                <a:gd name="csY3" fmla="*/ 56 h 90552"/>
                <a:gd name="csX4" fmla="*/ 5666 w 105522"/>
                <a:gd name="csY4" fmla="*/ 56 h 90552"/>
                <a:gd name="csX5" fmla="*/ 226 w 105522"/>
                <a:gd name="csY5" fmla="*/ 3710 h 90552"/>
                <a:gd name="csX6" fmla="*/ 5666 w 105522"/>
                <a:gd name="csY6" fmla="*/ 7363 h 90552"/>
                <a:gd name="csX7" fmla="*/ 49444 w 105522"/>
                <a:gd name="csY7" fmla="*/ 7363 h 90552"/>
                <a:gd name="csX8" fmla="*/ 49444 w 105522"/>
                <a:gd name="csY8" fmla="*/ 84998 h 90552"/>
                <a:gd name="csX9" fmla="*/ 52987 w 105522"/>
                <a:gd name="csY9" fmla="*/ 90609 h 90552"/>
                <a:gd name="csX10" fmla="*/ 56530 w 105522"/>
                <a:gd name="csY10" fmla="*/ 84998 h 90552"/>
                <a:gd name="csX11" fmla="*/ 56530 w 105522"/>
                <a:gd name="csY11" fmla="*/ 7363 h 905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5522" h="90552">
                  <a:moveTo>
                    <a:pt x="56530" y="7363"/>
                  </a:moveTo>
                  <a:lnTo>
                    <a:pt x="100308" y="7363"/>
                  </a:lnTo>
                  <a:cubicBezTo>
                    <a:pt x="102332" y="7363"/>
                    <a:pt x="105748" y="7363"/>
                    <a:pt x="105748" y="3710"/>
                  </a:cubicBezTo>
                  <a:cubicBezTo>
                    <a:pt x="105748" y="56"/>
                    <a:pt x="102332" y="56"/>
                    <a:pt x="100308" y="56"/>
                  </a:cubicBezTo>
                  <a:lnTo>
                    <a:pt x="5666" y="56"/>
                  </a:lnTo>
                  <a:cubicBezTo>
                    <a:pt x="3769" y="56"/>
                    <a:pt x="226" y="56"/>
                    <a:pt x="226" y="3710"/>
                  </a:cubicBezTo>
                  <a:cubicBezTo>
                    <a:pt x="226" y="7363"/>
                    <a:pt x="3769" y="7363"/>
                    <a:pt x="5666" y="7363"/>
                  </a:cubicBezTo>
                  <a:lnTo>
                    <a:pt x="49444" y="7363"/>
                  </a:lnTo>
                  <a:lnTo>
                    <a:pt x="49444" y="84998"/>
                  </a:lnTo>
                  <a:cubicBezTo>
                    <a:pt x="49444" y="86956"/>
                    <a:pt x="49444" y="90609"/>
                    <a:pt x="52987" y="90609"/>
                  </a:cubicBezTo>
                  <a:cubicBezTo>
                    <a:pt x="56530" y="90609"/>
                    <a:pt x="56530" y="87086"/>
                    <a:pt x="56530" y="84998"/>
                  </a:cubicBezTo>
                  <a:lnTo>
                    <a:pt x="56530" y="7363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3E156F8-066D-B04C-19CC-0EBA4920937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933714" y="4138401"/>
              <a:ext cx="491533" cy="10437"/>
            </a:xfrm>
            <a:prstGeom prst="rect">
              <a:avLst/>
            </a:pr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F645B9F-F7B3-F798-3C6E-22C29030125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060340" y="4168070"/>
              <a:ext cx="153753" cy="182671"/>
            </a:xfrm>
            <a:custGeom>
              <a:avLst/>
              <a:gdLst>
                <a:gd name="csX0" fmla="*/ 62037 w 153753"/>
                <a:gd name="csY0" fmla="*/ 162823 h 182671"/>
                <a:gd name="csX1" fmla="*/ 27318 w 153753"/>
                <a:gd name="csY1" fmla="*/ 91763 h 182671"/>
                <a:gd name="csX2" fmla="*/ 24484 w 153753"/>
                <a:gd name="csY2" fmla="*/ 88841 h 182671"/>
                <a:gd name="csX3" fmla="*/ 21650 w 153753"/>
                <a:gd name="csY3" fmla="*/ 90302 h 182671"/>
                <a:gd name="csX4" fmla="*/ 2697 w 153753"/>
                <a:gd name="csY4" fmla="*/ 103272 h 182671"/>
                <a:gd name="csX5" fmla="*/ 217 w 153753"/>
                <a:gd name="csY5" fmla="*/ 106377 h 182671"/>
                <a:gd name="csX6" fmla="*/ 2697 w 153753"/>
                <a:gd name="csY6" fmla="*/ 108935 h 182671"/>
                <a:gd name="csX7" fmla="*/ 6062 w 153753"/>
                <a:gd name="csY7" fmla="*/ 107291 h 182671"/>
                <a:gd name="csX8" fmla="*/ 15273 w 153753"/>
                <a:gd name="csY8" fmla="*/ 100714 h 182671"/>
                <a:gd name="csX9" fmla="*/ 54066 w 153753"/>
                <a:gd name="csY9" fmla="*/ 179628 h 182671"/>
                <a:gd name="csX10" fmla="*/ 58140 w 153753"/>
                <a:gd name="csY10" fmla="*/ 182734 h 182671"/>
                <a:gd name="csX11" fmla="*/ 63454 w 153753"/>
                <a:gd name="csY11" fmla="*/ 179263 h 182671"/>
                <a:gd name="csX12" fmla="*/ 152553 w 153753"/>
                <a:gd name="csY12" fmla="*/ 8283 h 182671"/>
                <a:gd name="csX13" fmla="*/ 153971 w 153753"/>
                <a:gd name="csY13" fmla="*/ 4629 h 182671"/>
                <a:gd name="csX14" fmla="*/ 149719 w 153753"/>
                <a:gd name="csY14" fmla="*/ 62 h 182671"/>
                <a:gd name="csX15" fmla="*/ 145114 w 153753"/>
                <a:gd name="csY15" fmla="*/ 3899 h 182671"/>
                <a:gd name="csX16" fmla="*/ 62037 w 153753"/>
                <a:gd name="csY16" fmla="*/ 162823 h 182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3753" h="182671">
                  <a:moveTo>
                    <a:pt x="62037" y="162823"/>
                  </a:moveTo>
                  <a:lnTo>
                    <a:pt x="27318" y="91763"/>
                  </a:lnTo>
                  <a:cubicBezTo>
                    <a:pt x="26433" y="89937"/>
                    <a:pt x="25901" y="88841"/>
                    <a:pt x="24484" y="88841"/>
                  </a:cubicBezTo>
                  <a:cubicBezTo>
                    <a:pt x="23776" y="88841"/>
                    <a:pt x="23421" y="88841"/>
                    <a:pt x="21650" y="90302"/>
                  </a:cubicBezTo>
                  <a:lnTo>
                    <a:pt x="2697" y="103272"/>
                  </a:lnTo>
                  <a:cubicBezTo>
                    <a:pt x="217" y="104916"/>
                    <a:pt x="217" y="105829"/>
                    <a:pt x="217" y="106377"/>
                  </a:cubicBezTo>
                  <a:cubicBezTo>
                    <a:pt x="217" y="107473"/>
                    <a:pt x="1102" y="108935"/>
                    <a:pt x="2697" y="108935"/>
                  </a:cubicBezTo>
                  <a:cubicBezTo>
                    <a:pt x="3405" y="108935"/>
                    <a:pt x="3759" y="108935"/>
                    <a:pt x="6062" y="107291"/>
                  </a:cubicBezTo>
                  <a:cubicBezTo>
                    <a:pt x="8011" y="105829"/>
                    <a:pt x="13148" y="102176"/>
                    <a:pt x="15273" y="100714"/>
                  </a:cubicBezTo>
                  <a:lnTo>
                    <a:pt x="54066" y="179628"/>
                  </a:lnTo>
                  <a:cubicBezTo>
                    <a:pt x="55306" y="182368"/>
                    <a:pt x="55660" y="182734"/>
                    <a:pt x="58140" y="182734"/>
                  </a:cubicBezTo>
                  <a:cubicBezTo>
                    <a:pt x="59734" y="182734"/>
                    <a:pt x="61683" y="182734"/>
                    <a:pt x="63454" y="179263"/>
                  </a:cubicBezTo>
                  <a:lnTo>
                    <a:pt x="152553" y="8283"/>
                  </a:lnTo>
                  <a:cubicBezTo>
                    <a:pt x="153971" y="5908"/>
                    <a:pt x="153971" y="5543"/>
                    <a:pt x="153971" y="4629"/>
                  </a:cubicBezTo>
                  <a:cubicBezTo>
                    <a:pt x="153971" y="1707"/>
                    <a:pt x="151668" y="62"/>
                    <a:pt x="149719" y="62"/>
                  </a:cubicBezTo>
                  <a:cubicBezTo>
                    <a:pt x="147062" y="62"/>
                    <a:pt x="146177" y="1707"/>
                    <a:pt x="145114" y="3899"/>
                  </a:cubicBezTo>
                  <a:lnTo>
                    <a:pt x="62037" y="162823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7C13C9A-A105-CFF9-863B-3F5836A2C9F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209931" y="4168149"/>
              <a:ext cx="105341" cy="8872"/>
            </a:xfrm>
            <a:prstGeom prst="rect">
              <a:avLst/>
            </a:pr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7F66FA6-4F15-F8C4-2DAA-E3984B1DAFD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220736" y="4206119"/>
              <a:ext cx="91047" cy="128600"/>
            </a:xfrm>
            <a:custGeom>
              <a:avLst/>
              <a:gdLst>
                <a:gd name="csX0" fmla="*/ 90562 w 91047"/>
                <a:gd name="csY0" fmla="*/ 5549 h 128600"/>
                <a:gd name="csX1" fmla="*/ 91271 w 91047"/>
                <a:gd name="csY1" fmla="*/ 2626 h 128600"/>
                <a:gd name="csX2" fmla="*/ 88437 w 91047"/>
                <a:gd name="csY2" fmla="*/ 68 h 128600"/>
                <a:gd name="csX3" fmla="*/ 65763 w 91047"/>
                <a:gd name="csY3" fmla="*/ 1895 h 128600"/>
                <a:gd name="csX4" fmla="*/ 61866 w 91047"/>
                <a:gd name="csY4" fmla="*/ 6097 h 128600"/>
                <a:gd name="csX5" fmla="*/ 66472 w 91047"/>
                <a:gd name="csY5" fmla="*/ 8654 h 128600"/>
                <a:gd name="csX6" fmla="*/ 74975 w 91047"/>
                <a:gd name="csY6" fmla="*/ 11394 h 128600"/>
                <a:gd name="csX7" fmla="*/ 74266 w 91047"/>
                <a:gd name="csY7" fmla="*/ 15413 h 128600"/>
                <a:gd name="csX8" fmla="*/ 64169 w 91047"/>
                <a:gd name="csY8" fmla="*/ 57062 h 128600"/>
                <a:gd name="csX9" fmla="*/ 45924 w 91047"/>
                <a:gd name="csY9" fmla="*/ 46284 h 128600"/>
                <a:gd name="csX10" fmla="*/ 223 w 91047"/>
                <a:gd name="csY10" fmla="*/ 98346 h 128600"/>
                <a:gd name="csX11" fmla="*/ 26971 w 91047"/>
                <a:gd name="csY11" fmla="*/ 128669 h 128600"/>
                <a:gd name="csX12" fmla="*/ 52124 w 91047"/>
                <a:gd name="csY12" fmla="*/ 115882 h 128600"/>
                <a:gd name="csX13" fmla="*/ 70369 w 91047"/>
                <a:gd name="csY13" fmla="*/ 128669 h 128600"/>
                <a:gd name="csX14" fmla="*/ 84363 w 91047"/>
                <a:gd name="csY14" fmla="*/ 118987 h 128600"/>
                <a:gd name="csX15" fmla="*/ 90562 w 91047"/>
                <a:gd name="csY15" fmla="*/ 100720 h 128600"/>
                <a:gd name="csX16" fmla="*/ 87728 w 91047"/>
                <a:gd name="csY16" fmla="*/ 98346 h 128600"/>
                <a:gd name="csX17" fmla="*/ 83831 w 91047"/>
                <a:gd name="csY17" fmla="*/ 104008 h 128600"/>
                <a:gd name="csX18" fmla="*/ 70900 w 91047"/>
                <a:gd name="csY18" fmla="*/ 123554 h 128600"/>
                <a:gd name="csX19" fmla="*/ 65055 w 91047"/>
                <a:gd name="csY19" fmla="*/ 114603 h 128600"/>
                <a:gd name="csX20" fmla="*/ 65941 w 91047"/>
                <a:gd name="csY20" fmla="*/ 107114 h 128600"/>
                <a:gd name="csX21" fmla="*/ 90562 w 91047"/>
                <a:gd name="csY21" fmla="*/ 5549 h 128600"/>
                <a:gd name="csX22" fmla="*/ 52833 w 91047"/>
                <a:gd name="csY22" fmla="*/ 104008 h 128600"/>
                <a:gd name="csX23" fmla="*/ 43799 w 91047"/>
                <a:gd name="csY23" fmla="*/ 116247 h 128600"/>
                <a:gd name="csX24" fmla="*/ 27502 w 91047"/>
                <a:gd name="csY24" fmla="*/ 123554 h 128600"/>
                <a:gd name="csX25" fmla="*/ 14571 w 91047"/>
                <a:gd name="csY25" fmla="*/ 105835 h 128600"/>
                <a:gd name="csX26" fmla="*/ 23782 w 91047"/>
                <a:gd name="csY26" fmla="*/ 68753 h 128600"/>
                <a:gd name="csX27" fmla="*/ 45924 w 91047"/>
                <a:gd name="csY27" fmla="*/ 51399 h 128600"/>
                <a:gd name="csX28" fmla="*/ 61689 w 91047"/>
                <a:gd name="csY28" fmla="*/ 67291 h 128600"/>
                <a:gd name="csX29" fmla="*/ 61158 w 91047"/>
                <a:gd name="csY29" fmla="*/ 69849 h 128600"/>
                <a:gd name="csX30" fmla="*/ 52833 w 91047"/>
                <a:gd name="csY30" fmla="*/ 104008 h 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91047" h="128600">
                  <a:moveTo>
                    <a:pt x="90562" y="5549"/>
                  </a:moveTo>
                  <a:cubicBezTo>
                    <a:pt x="90740" y="5183"/>
                    <a:pt x="91271" y="2809"/>
                    <a:pt x="91271" y="2626"/>
                  </a:cubicBezTo>
                  <a:cubicBezTo>
                    <a:pt x="91271" y="1713"/>
                    <a:pt x="90562" y="68"/>
                    <a:pt x="88437" y="68"/>
                  </a:cubicBezTo>
                  <a:cubicBezTo>
                    <a:pt x="84894" y="68"/>
                    <a:pt x="70192" y="1530"/>
                    <a:pt x="65763" y="1895"/>
                  </a:cubicBezTo>
                  <a:cubicBezTo>
                    <a:pt x="64346" y="2078"/>
                    <a:pt x="61866" y="2261"/>
                    <a:pt x="61866" y="6097"/>
                  </a:cubicBezTo>
                  <a:cubicBezTo>
                    <a:pt x="61866" y="8654"/>
                    <a:pt x="64346" y="8654"/>
                    <a:pt x="66472" y="8654"/>
                  </a:cubicBezTo>
                  <a:cubicBezTo>
                    <a:pt x="74975" y="8654"/>
                    <a:pt x="74975" y="9933"/>
                    <a:pt x="74975" y="11394"/>
                  </a:cubicBezTo>
                  <a:cubicBezTo>
                    <a:pt x="74975" y="12673"/>
                    <a:pt x="74620" y="13769"/>
                    <a:pt x="74266" y="15413"/>
                  </a:cubicBezTo>
                  <a:lnTo>
                    <a:pt x="64169" y="57062"/>
                  </a:lnTo>
                  <a:cubicBezTo>
                    <a:pt x="60449" y="51034"/>
                    <a:pt x="54427" y="46284"/>
                    <a:pt x="45924" y="46284"/>
                  </a:cubicBezTo>
                  <a:cubicBezTo>
                    <a:pt x="23251" y="46284"/>
                    <a:pt x="223" y="72041"/>
                    <a:pt x="223" y="98346"/>
                  </a:cubicBezTo>
                  <a:cubicBezTo>
                    <a:pt x="223" y="116065"/>
                    <a:pt x="11737" y="128669"/>
                    <a:pt x="26971" y="128669"/>
                  </a:cubicBezTo>
                  <a:cubicBezTo>
                    <a:pt x="36536" y="128669"/>
                    <a:pt x="45039" y="123006"/>
                    <a:pt x="52124" y="115882"/>
                  </a:cubicBezTo>
                  <a:cubicBezTo>
                    <a:pt x="55490" y="126842"/>
                    <a:pt x="65763" y="128669"/>
                    <a:pt x="70369" y="128669"/>
                  </a:cubicBezTo>
                  <a:cubicBezTo>
                    <a:pt x="76746" y="128669"/>
                    <a:pt x="81174" y="124650"/>
                    <a:pt x="84363" y="118987"/>
                  </a:cubicBezTo>
                  <a:cubicBezTo>
                    <a:pt x="88260" y="111863"/>
                    <a:pt x="90562" y="101451"/>
                    <a:pt x="90562" y="100720"/>
                  </a:cubicBezTo>
                  <a:cubicBezTo>
                    <a:pt x="90562" y="98346"/>
                    <a:pt x="88260" y="98346"/>
                    <a:pt x="87728" y="98346"/>
                  </a:cubicBezTo>
                  <a:cubicBezTo>
                    <a:pt x="85248" y="98346"/>
                    <a:pt x="85071" y="99076"/>
                    <a:pt x="83831" y="104008"/>
                  </a:cubicBezTo>
                  <a:cubicBezTo>
                    <a:pt x="81706" y="112777"/>
                    <a:pt x="78340" y="123554"/>
                    <a:pt x="70900" y="123554"/>
                  </a:cubicBezTo>
                  <a:cubicBezTo>
                    <a:pt x="66295" y="123554"/>
                    <a:pt x="65055" y="119535"/>
                    <a:pt x="65055" y="114603"/>
                  </a:cubicBezTo>
                  <a:cubicBezTo>
                    <a:pt x="65055" y="111133"/>
                    <a:pt x="65409" y="109489"/>
                    <a:pt x="65941" y="107114"/>
                  </a:cubicBezTo>
                  <a:lnTo>
                    <a:pt x="90562" y="5549"/>
                  </a:lnTo>
                  <a:close/>
                  <a:moveTo>
                    <a:pt x="52833" y="104008"/>
                  </a:moveTo>
                  <a:cubicBezTo>
                    <a:pt x="51593" y="109123"/>
                    <a:pt x="47696" y="112777"/>
                    <a:pt x="43799" y="116247"/>
                  </a:cubicBezTo>
                  <a:cubicBezTo>
                    <a:pt x="42204" y="117709"/>
                    <a:pt x="35119" y="123554"/>
                    <a:pt x="27502" y="123554"/>
                  </a:cubicBezTo>
                  <a:cubicBezTo>
                    <a:pt x="20948" y="123554"/>
                    <a:pt x="14571" y="118805"/>
                    <a:pt x="14571" y="105835"/>
                  </a:cubicBezTo>
                  <a:cubicBezTo>
                    <a:pt x="14571" y="96154"/>
                    <a:pt x="19708" y="76060"/>
                    <a:pt x="23782" y="68753"/>
                  </a:cubicBezTo>
                  <a:cubicBezTo>
                    <a:pt x="31931" y="54139"/>
                    <a:pt x="40964" y="51399"/>
                    <a:pt x="45924" y="51399"/>
                  </a:cubicBezTo>
                  <a:cubicBezTo>
                    <a:pt x="58324" y="51399"/>
                    <a:pt x="61689" y="65282"/>
                    <a:pt x="61689" y="67291"/>
                  </a:cubicBezTo>
                  <a:cubicBezTo>
                    <a:pt x="61689" y="68022"/>
                    <a:pt x="61335" y="69301"/>
                    <a:pt x="61158" y="69849"/>
                  </a:cubicBezTo>
                  <a:lnTo>
                    <a:pt x="52833" y="104008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418315-5A67-EEC7-80CA-37465AED845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470038" y="4013141"/>
              <a:ext cx="58707" cy="260958"/>
            </a:xfrm>
            <a:custGeom>
              <a:avLst/>
              <a:gdLst>
                <a:gd name="csX0" fmla="*/ 58941 w 58707"/>
                <a:gd name="csY0" fmla="*/ 130543 h 260958"/>
                <a:gd name="csX1" fmla="*/ 42239 w 58707"/>
                <a:gd name="csY1" fmla="*/ 49124 h 260958"/>
                <a:gd name="csX2" fmla="*/ 2763 w 58707"/>
                <a:gd name="csY2" fmla="*/ 64 h 260958"/>
                <a:gd name="csX3" fmla="*/ 233 w 58707"/>
                <a:gd name="csY3" fmla="*/ 2673 h 260958"/>
                <a:gd name="csX4" fmla="*/ 5041 w 58707"/>
                <a:gd name="csY4" fmla="*/ 8675 h 260958"/>
                <a:gd name="csX5" fmla="*/ 44264 w 58707"/>
                <a:gd name="csY5" fmla="*/ 130543 h 260958"/>
                <a:gd name="csX6" fmla="*/ 3523 w 58707"/>
                <a:gd name="csY6" fmla="*/ 253977 h 260958"/>
                <a:gd name="csX7" fmla="*/ 233 w 58707"/>
                <a:gd name="csY7" fmla="*/ 258413 h 260958"/>
                <a:gd name="csX8" fmla="*/ 2763 w 58707"/>
                <a:gd name="csY8" fmla="*/ 261023 h 260958"/>
                <a:gd name="csX9" fmla="*/ 42999 w 58707"/>
                <a:gd name="csY9" fmla="*/ 210136 h 260958"/>
                <a:gd name="csX10" fmla="*/ 58941 w 58707"/>
                <a:gd name="csY10" fmla="*/ 130543 h 260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707" h="260958">
                  <a:moveTo>
                    <a:pt x="58941" y="130543"/>
                  </a:moveTo>
                  <a:cubicBezTo>
                    <a:pt x="58941" y="110188"/>
                    <a:pt x="56157" y="78612"/>
                    <a:pt x="42239" y="49124"/>
                  </a:cubicBezTo>
                  <a:cubicBezTo>
                    <a:pt x="27056" y="17026"/>
                    <a:pt x="5294" y="64"/>
                    <a:pt x="2763" y="64"/>
                  </a:cubicBezTo>
                  <a:cubicBezTo>
                    <a:pt x="1245" y="64"/>
                    <a:pt x="233" y="1108"/>
                    <a:pt x="233" y="2673"/>
                  </a:cubicBezTo>
                  <a:cubicBezTo>
                    <a:pt x="233" y="3456"/>
                    <a:pt x="233" y="3978"/>
                    <a:pt x="5041" y="8675"/>
                  </a:cubicBezTo>
                  <a:cubicBezTo>
                    <a:pt x="29840" y="34510"/>
                    <a:pt x="44264" y="76003"/>
                    <a:pt x="44264" y="130543"/>
                  </a:cubicBezTo>
                  <a:cubicBezTo>
                    <a:pt x="44264" y="175167"/>
                    <a:pt x="34901" y="221096"/>
                    <a:pt x="3523" y="253977"/>
                  </a:cubicBezTo>
                  <a:cubicBezTo>
                    <a:pt x="233" y="257108"/>
                    <a:pt x="233" y="257630"/>
                    <a:pt x="233" y="258413"/>
                  </a:cubicBezTo>
                  <a:cubicBezTo>
                    <a:pt x="233" y="259979"/>
                    <a:pt x="1245" y="261023"/>
                    <a:pt x="2763" y="261023"/>
                  </a:cubicBezTo>
                  <a:cubicBezTo>
                    <a:pt x="5294" y="261023"/>
                    <a:pt x="28069" y="243277"/>
                    <a:pt x="42999" y="210136"/>
                  </a:cubicBezTo>
                  <a:cubicBezTo>
                    <a:pt x="55904" y="181430"/>
                    <a:pt x="58941" y="152464"/>
                    <a:pt x="58941" y="130543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2AF55FB-5C40-8365-4E39-4D59BBA512DB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568194" y="4030625"/>
              <a:ext cx="180425" cy="183976"/>
            </a:xfrm>
            <a:custGeom>
              <a:avLst/>
              <a:gdLst>
                <a:gd name="csX0" fmla="*/ 144982 w 180425"/>
                <a:gd name="csY0" fmla="*/ 29813 h 183976"/>
                <a:gd name="csX1" fmla="*/ 177373 w 180425"/>
                <a:gd name="csY1" fmla="*/ 8153 h 183976"/>
                <a:gd name="csX2" fmla="*/ 180662 w 180425"/>
                <a:gd name="csY2" fmla="*/ 3195 h 183976"/>
                <a:gd name="csX3" fmla="*/ 177373 w 180425"/>
                <a:gd name="csY3" fmla="*/ 64 h 183976"/>
                <a:gd name="csX4" fmla="*/ 156622 w 180425"/>
                <a:gd name="csY4" fmla="*/ 847 h 183976"/>
                <a:gd name="csX5" fmla="*/ 131570 w 180425"/>
                <a:gd name="csY5" fmla="*/ 64 h 183976"/>
                <a:gd name="csX6" fmla="*/ 126762 w 180425"/>
                <a:gd name="csY6" fmla="*/ 5022 h 183976"/>
                <a:gd name="csX7" fmla="*/ 130811 w 180425"/>
                <a:gd name="csY7" fmla="*/ 8153 h 183976"/>
                <a:gd name="csX8" fmla="*/ 142451 w 180425"/>
                <a:gd name="csY8" fmla="*/ 16765 h 183976"/>
                <a:gd name="csX9" fmla="*/ 138656 w 180425"/>
                <a:gd name="csY9" fmla="*/ 26682 h 183976"/>
                <a:gd name="csX10" fmla="*/ 60969 w 180425"/>
                <a:gd name="csY10" fmla="*/ 154029 h 183976"/>
                <a:gd name="csX11" fmla="*/ 43762 w 180425"/>
                <a:gd name="csY11" fmla="*/ 15982 h 183976"/>
                <a:gd name="csX12" fmla="*/ 61222 w 180425"/>
                <a:gd name="csY12" fmla="*/ 8153 h 183976"/>
                <a:gd name="csX13" fmla="*/ 67548 w 180425"/>
                <a:gd name="csY13" fmla="*/ 2934 h 183976"/>
                <a:gd name="csX14" fmla="*/ 64006 w 180425"/>
                <a:gd name="csY14" fmla="*/ 64 h 183976"/>
                <a:gd name="csX15" fmla="*/ 32627 w 180425"/>
                <a:gd name="csY15" fmla="*/ 847 h 183976"/>
                <a:gd name="csX16" fmla="*/ 18710 w 180425"/>
                <a:gd name="csY16" fmla="*/ 586 h 183976"/>
                <a:gd name="csX17" fmla="*/ 5045 w 180425"/>
                <a:gd name="csY17" fmla="*/ 64 h 183976"/>
                <a:gd name="csX18" fmla="*/ 237 w 180425"/>
                <a:gd name="csY18" fmla="*/ 5022 h 183976"/>
                <a:gd name="csX19" fmla="*/ 6563 w 180425"/>
                <a:gd name="csY19" fmla="*/ 8153 h 183976"/>
                <a:gd name="csX20" fmla="*/ 21746 w 180425"/>
                <a:gd name="csY20" fmla="*/ 17026 h 183976"/>
                <a:gd name="csX21" fmla="*/ 41737 w 180425"/>
                <a:gd name="csY21" fmla="*/ 178038 h 183976"/>
                <a:gd name="csX22" fmla="*/ 46798 w 180425"/>
                <a:gd name="csY22" fmla="*/ 184040 h 183976"/>
                <a:gd name="csX23" fmla="*/ 53884 w 180425"/>
                <a:gd name="csY23" fmla="*/ 179342 h 183976"/>
                <a:gd name="csX24" fmla="*/ 144982 w 180425"/>
                <a:gd name="csY24" fmla="*/ 29813 h 183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0425" h="183976">
                  <a:moveTo>
                    <a:pt x="144982" y="29813"/>
                  </a:moveTo>
                  <a:cubicBezTo>
                    <a:pt x="157381" y="9458"/>
                    <a:pt x="168010" y="8675"/>
                    <a:pt x="177373" y="8153"/>
                  </a:cubicBezTo>
                  <a:cubicBezTo>
                    <a:pt x="180409" y="7892"/>
                    <a:pt x="180662" y="3456"/>
                    <a:pt x="180662" y="3195"/>
                  </a:cubicBezTo>
                  <a:cubicBezTo>
                    <a:pt x="180662" y="1108"/>
                    <a:pt x="179397" y="64"/>
                    <a:pt x="177373" y="64"/>
                  </a:cubicBezTo>
                  <a:cubicBezTo>
                    <a:pt x="170793" y="64"/>
                    <a:pt x="163455" y="847"/>
                    <a:pt x="156622" y="847"/>
                  </a:cubicBezTo>
                  <a:cubicBezTo>
                    <a:pt x="148272" y="847"/>
                    <a:pt x="139668" y="64"/>
                    <a:pt x="131570" y="64"/>
                  </a:cubicBezTo>
                  <a:cubicBezTo>
                    <a:pt x="130052" y="64"/>
                    <a:pt x="126762" y="64"/>
                    <a:pt x="126762" y="5022"/>
                  </a:cubicBezTo>
                  <a:cubicBezTo>
                    <a:pt x="126762" y="7892"/>
                    <a:pt x="129040" y="8153"/>
                    <a:pt x="130811" y="8153"/>
                  </a:cubicBezTo>
                  <a:cubicBezTo>
                    <a:pt x="137643" y="8675"/>
                    <a:pt x="142451" y="11285"/>
                    <a:pt x="142451" y="16765"/>
                  </a:cubicBezTo>
                  <a:cubicBezTo>
                    <a:pt x="142451" y="20679"/>
                    <a:pt x="138656" y="26421"/>
                    <a:pt x="138656" y="26682"/>
                  </a:cubicBezTo>
                  <a:lnTo>
                    <a:pt x="60969" y="154029"/>
                  </a:lnTo>
                  <a:lnTo>
                    <a:pt x="43762" y="15982"/>
                  </a:lnTo>
                  <a:cubicBezTo>
                    <a:pt x="43762" y="11546"/>
                    <a:pt x="49582" y="8153"/>
                    <a:pt x="61222" y="8153"/>
                  </a:cubicBezTo>
                  <a:cubicBezTo>
                    <a:pt x="64765" y="8153"/>
                    <a:pt x="67548" y="8153"/>
                    <a:pt x="67548" y="2934"/>
                  </a:cubicBezTo>
                  <a:cubicBezTo>
                    <a:pt x="67548" y="586"/>
                    <a:pt x="65524" y="64"/>
                    <a:pt x="64006" y="64"/>
                  </a:cubicBezTo>
                  <a:cubicBezTo>
                    <a:pt x="53884" y="64"/>
                    <a:pt x="43002" y="847"/>
                    <a:pt x="32627" y="847"/>
                  </a:cubicBezTo>
                  <a:cubicBezTo>
                    <a:pt x="28072" y="847"/>
                    <a:pt x="23264" y="586"/>
                    <a:pt x="18710" y="586"/>
                  </a:cubicBezTo>
                  <a:cubicBezTo>
                    <a:pt x="14155" y="586"/>
                    <a:pt x="9347" y="64"/>
                    <a:pt x="5045" y="64"/>
                  </a:cubicBezTo>
                  <a:cubicBezTo>
                    <a:pt x="3273" y="64"/>
                    <a:pt x="237" y="64"/>
                    <a:pt x="237" y="5022"/>
                  </a:cubicBezTo>
                  <a:cubicBezTo>
                    <a:pt x="237" y="8153"/>
                    <a:pt x="2514" y="8153"/>
                    <a:pt x="6563" y="8153"/>
                  </a:cubicBezTo>
                  <a:cubicBezTo>
                    <a:pt x="20734" y="8153"/>
                    <a:pt x="20987" y="10502"/>
                    <a:pt x="21746" y="17026"/>
                  </a:cubicBezTo>
                  <a:lnTo>
                    <a:pt x="41737" y="178038"/>
                  </a:lnTo>
                  <a:cubicBezTo>
                    <a:pt x="42496" y="183257"/>
                    <a:pt x="43508" y="184040"/>
                    <a:pt x="46798" y="184040"/>
                  </a:cubicBezTo>
                  <a:cubicBezTo>
                    <a:pt x="50847" y="184040"/>
                    <a:pt x="51859" y="182735"/>
                    <a:pt x="53884" y="179342"/>
                  </a:cubicBezTo>
                  <a:lnTo>
                    <a:pt x="144982" y="29813"/>
                  </a:lnTo>
                  <a:close/>
                </a:path>
              </a:pathLst>
            </a:custGeom>
            <a:solidFill>
              <a:srgbClr val="000000"/>
            </a:solidFill>
            <a:ln w="25400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9401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6.83472"/>
  <p:tag name="ORIGINALWIDTH" val=" 167.4027"/>
  <p:tag name="OUTPUTTYPE" val="SVG"/>
  <p:tag name="IGUANATEXVERSION" val="162"/>
  <p:tag name="LATEXADDIN" val="\documentclass{article}&#10;\usepackage{amsmath}&#10;\pagestyle{empty}&#10;\begin{document}&#10;&#10;$\mathrm{Attention}(Q, K, V) = \mathrm{softmax}(\frac{QK^\top}{\sqrt{d}})V$&#10;&#10;&#10;\end{document}"/>
  <p:tag name="IGUANATEXSIZE" val="20"/>
  <p:tag name="IGUANATEXCURSOR" val="15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356142"/>
  <p:tag name="ORIGINALWIDTH" val=" 6.82437"/>
  <p:tag name="LATEXADDIN" val="\documentclass{article}&#10;\usepackage{amsmath}&#10;\pagestyle{empty}&#10;\begin{document}&#10;&#10;$\mathrm{Attention}(Q, K, V) = \mathrm{softmax}(\frac{QK^\top}{\sqrt{d}})V$&#10;&#10;&#10;\end{document}"/>
  <p:tag name="IGUANATEXSIZE" val="20"/>
  <p:tag name="IGUANATEXCURSOR" val="156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31496"/>
  <p:tag name="ORIGINALWIDTH" val=" 3.118268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31496"/>
  <p:tag name="ORIGINALWIDTH" val=" 3.118268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5748"/>
  <p:tag name="ORIGINALWIDTH" val=" 3.855512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1063"/>
  <p:tag name="ORIGINALWIDTH" val=" 5.011181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31496"/>
  <p:tag name="ORIGINALWIDTH" val=" 3.118268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73268"/>
  <p:tag name="ORIGINALWIDTH" val=" 2.131968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5748"/>
  <p:tag name="ORIGINALWIDTH" val=" 4.413425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1063"/>
  <p:tag name="ORIGINALWIDTH" val=" 5.011181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27394"/>
  <p:tag name="ORIGINALWIDTH" val=" 2.311299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2363"/>
  <p:tag name="ORIGINALWIDTH" val=" 6.884173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189"/>
  <p:tag name="ORIGINALWIDTH" val=" 1.165591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17087"/>
  <p:tag name="ORIGINALWIDTH" val=" 8.478189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07189"/>
  <p:tag name="ORIGINALWIDTH" val=" 1.165591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315"/>
  <p:tag name="ORIGINALWIDTH" val=" 7.103346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27394"/>
  <p:tag name="ORIGINALWIDTH" val=" 2.311299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404094"/>
  <p:tag name="ORIGINALWIDTH" val=" 6.625118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5748"/>
  <p:tag name="ORIGINALWIDTH" val=" 3.257756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5748"/>
  <p:tag name="ORIGINALWIDTH" val=" 4.413425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315"/>
  <p:tag name="ORIGINALWIDTH" val=" 3.227874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31496"/>
  <p:tag name="ORIGINALWIDTH" val=" 3.118268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41063"/>
  <p:tag name="ORIGINALWIDTH" val=" 7.780787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15748"/>
  <p:tag name="ORIGINALWIDTH" val=" 4.49315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28071"/>
  <p:tag name="ORIGINALWIDTH" val=" 5.021142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27394"/>
  <p:tag name="ORIGINALWIDTH" val=" 2.311299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451024"/>
  <p:tag name="ORIGINALWIDTH" val=" 5.300118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11969"/>
  <p:tag name="ORIGINALWIDTH" val=" 6.346181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565039"/>
  <p:tag name="ORIGINALWIDTH" val=" 4.154409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4109055"/>
  <p:tag name="ORIGINALWIDTH" val=" 19.35169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191772"/>
  <p:tag name="ORIGINALWIDTH" val=" 6.053267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492913"/>
  <p:tag name="ORIGINALWIDTH" val=" 4.147284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62992"/>
  <p:tag name="ORIGINALWIDTH" val=" 3.584527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27394"/>
  <p:tag name="ORIGINALWIDTH" val=" 2.311299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4315"/>
  <p:tag name="ORIGINALWIDTH" val=" 7.103346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295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Source Sans 3 Light</vt:lpstr>
      <vt:lpstr>Office Theme</vt:lpstr>
      <vt:lpstr>PowerPoint Presentation</vt:lpstr>
      <vt:lpstr>PowerPoint Presentation</vt:lpstr>
      <vt:lpstr>PowerPoint Presentation</vt:lpstr>
      <vt:lpstr>Scaled Dot-Product Attention Kernel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Pomaje</dc:creator>
  <cp:lastModifiedBy>Rishabh Pomaje</cp:lastModifiedBy>
  <cp:revision>8</cp:revision>
  <dcterms:created xsi:type="dcterms:W3CDTF">2026-03-07T23:15:13Z</dcterms:created>
  <dcterms:modified xsi:type="dcterms:W3CDTF">2026-03-09T16:13:36Z</dcterms:modified>
</cp:coreProperties>
</file>