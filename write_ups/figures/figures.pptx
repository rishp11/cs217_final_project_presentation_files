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658BD-0C24-65D7-3643-157C61BE6E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86DE2-C7A0-6285-EAE1-BD2821A52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7D676-8D38-760E-82F3-5F6DDC936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3534E-3494-70E6-4212-4F433207A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C4E07-ED59-7B6C-6676-EA068C9AD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9664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EC18-17B2-E4EA-C9F8-C15AB0822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3009E-8B3D-E63E-D700-F628DAB6D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640F6-1852-4EDB-18B2-25A304AA7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A86D42-2D6F-D5E6-FA36-835774C4C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A564E-D5C7-314D-1B46-34621FDB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6104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E9C8B-7411-1431-2CAE-0217F34A6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DD810A-14AF-33CB-6D95-24FA6F7D4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CC6C15-4F41-0D39-A5A8-9FCBE4613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9DD91-771B-2727-47CD-3001F6D37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8F80D-28D0-AC3D-D588-7A7CF44B9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6846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A2CCD-CFDF-ACB2-FE69-16E965D5A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E9E13-AB70-3602-AFD2-D61BA1F87D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9EDF92-E228-DC72-1A01-268D73539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026EC0-4EDB-8D86-9799-926360CAE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1DFC7-C328-07DE-6CFB-9F5F34A1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380FE3-263F-8F67-963F-0768F39C7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5587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DE798-0135-A9BC-E825-67971F1D9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D635CA-7952-8704-56F7-692A437A6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EC77F-BBDC-38F6-69F4-2D89F174B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6979E9-4368-D130-03C9-583C5B13C2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61688-EABD-6267-CFF3-2C9CEEDD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157406-BC99-211B-E4DB-D28C6981C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2832E3-B6EB-7EF3-DD67-B76DED0E3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CE4A03-7615-BCA9-8541-0C70D5808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0129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50DC7-2ED0-B15A-3997-BBA4E04AC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B41147-6D9B-DEB8-050B-66A9AE51B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66E632-04CF-2FD6-40A4-A1DFF9678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BDB4AE-C749-4080-011F-946AE8091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153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ADE4D6E-C9EE-2004-6B7D-0880ED4B0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17171F-98CF-28E7-1ABB-25EE38363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B698-FFEE-6593-9997-D7CFC011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6829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EBAE3-B006-6973-72F1-6D119F784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A9F5C-BCEB-FD6E-4EE1-373A7B33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757C7D-1F05-5DFF-E585-C1B42DC37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E2FDEE-9C69-27C5-36CB-B16E57B2D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4B37C-DB50-5A76-8716-35344239A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A29A5A-AF12-B6BD-104E-1FC8BB306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794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B142-79CD-7746-6F62-4CB74DB9C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A9493-0A11-84F5-D388-AECAF99FCB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11F078-28DE-C4C5-F83E-F66055E911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462E53-DD84-75EF-DF92-404CEB80A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F13922-0E25-D228-40C2-945D56E35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492FB6-2CEC-D918-236F-20003F6CA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041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284A0-96EB-3013-5DBF-7F3892FED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49F7C5-9E3C-0487-828B-1BE5A9BA2D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E60B0-E214-A8DB-4308-2F4B2091D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55D1-34F4-2BCF-F0F8-F857F04E1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25E8B-9B8C-5FCB-0AAB-62CEC612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73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18C577-A9AB-9B2A-FF00-5F97F22B3B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F6D41F-EA00-AD23-BD4B-7F729CF939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8CDE1-8DC0-07A2-D139-F488907DF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1BC0C9-0591-1233-6C50-966D711DD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B6936-AE24-CB73-7BC6-A300F0AC6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3423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19F567-82B8-95B8-EC8A-E348FB615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372B72-666D-FDBB-75ED-05EE279AA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4467-1643-8F1B-BB0A-0395769C0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65BC8E-BF63-4482-BFC0-AAE246F3ABEB}" type="datetimeFigureOut">
              <a:rPr lang="en-IN" smtClean="0"/>
              <a:t>07-03-2026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51618-CE3E-65AD-8206-1616428FB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63D89-1DAF-565F-F06B-D985EF910A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04218A-43A4-41EC-B2FC-2A49A9FE38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336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3F3156-B72E-C95C-B07A-7AC101FA9E11}"/>
              </a:ext>
            </a:extLst>
          </p:cNvPr>
          <p:cNvSpPr/>
          <p:nvPr/>
        </p:nvSpPr>
        <p:spPr>
          <a:xfrm>
            <a:off x="658368" y="356616"/>
            <a:ext cx="11006328" cy="524865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>
              <a:latin typeface="Source Sans 3 Light" panose="020B0303030403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338916-6850-BF66-AB34-F6A5250EB2DA}"/>
              </a:ext>
            </a:extLst>
          </p:cNvPr>
          <p:cNvSpPr/>
          <p:nvPr/>
        </p:nvSpPr>
        <p:spPr>
          <a:xfrm>
            <a:off x="4485132" y="502920"/>
            <a:ext cx="3352800" cy="119481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ource Sans 3 Light" panose="020B0303030403020204" pitchFamily="34" charset="0"/>
              </a:rPr>
              <a:t>Interrupt (IRQ) Unit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628DE7-7767-8857-769D-D776C34F6C99}"/>
              </a:ext>
            </a:extLst>
          </p:cNvPr>
          <p:cNvSpPr/>
          <p:nvPr/>
        </p:nvSpPr>
        <p:spPr>
          <a:xfrm>
            <a:off x="6629400" y="1844040"/>
            <a:ext cx="4904232" cy="251764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GBPartition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5674BA-21D7-065D-C2D2-0528A81BE985}"/>
              </a:ext>
            </a:extLst>
          </p:cNvPr>
          <p:cNvSpPr/>
          <p:nvPr/>
        </p:nvSpPr>
        <p:spPr>
          <a:xfrm>
            <a:off x="856488" y="1844040"/>
            <a:ext cx="4904232" cy="251764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PEPartition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679A09-A053-1CB9-B894-4FE6541A8576}"/>
              </a:ext>
            </a:extLst>
          </p:cNvPr>
          <p:cNvSpPr/>
          <p:nvPr/>
        </p:nvSpPr>
        <p:spPr>
          <a:xfrm>
            <a:off x="856488" y="4483608"/>
            <a:ext cx="10677144" cy="100279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Databus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78A8164-5F48-64F3-6D10-12ECC9C3ECEE}"/>
              </a:ext>
            </a:extLst>
          </p:cNvPr>
          <p:cNvCxnSpPr>
            <a:cxnSpLocks/>
          </p:cNvCxnSpPr>
          <p:nvPr/>
        </p:nvCxnSpPr>
        <p:spPr>
          <a:xfrm>
            <a:off x="3300984" y="4142232"/>
            <a:ext cx="0" cy="6675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211B85-BC00-F149-49BF-CE0B3A573885}"/>
              </a:ext>
            </a:extLst>
          </p:cNvPr>
          <p:cNvCxnSpPr>
            <a:cxnSpLocks/>
          </p:cNvCxnSpPr>
          <p:nvPr/>
        </p:nvCxnSpPr>
        <p:spPr>
          <a:xfrm>
            <a:off x="9159240" y="4149852"/>
            <a:ext cx="0" cy="6675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8D14ED5-2076-DEBD-8416-BE32CE0C0064}"/>
              </a:ext>
            </a:extLst>
          </p:cNvPr>
          <p:cNvCxnSpPr>
            <a:cxnSpLocks/>
            <a:stCxn id="6" idx="0"/>
            <a:endCxn id="5" idx="3"/>
          </p:cNvCxnSpPr>
          <p:nvPr/>
        </p:nvCxnSpPr>
        <p:spPr>
          <a:xfrm rot="16200000" flipV="1">
            <a:off x="8087868" y="850392"/>
            <a:ext cx="743712" cy="12435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0D93D57-63D9-4286-6A22-8773AFC9B020}"/>
              </a:ext>
            </a:extLst>
          </p:cNvPr>
          <p:cNvSpPr txBox="1"/>
          <p:nvPr/>
        </p:nvSpPr>
        <p:spPr>
          <a:xfrm>
            <a:off x="9081516" y="92123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gb_done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5F23B-18E1-9706-6E9C-947CBD39F528}"/>
              </a:ext>
            </a:extLst>
          </p:cNvPr>
          <p:cNvSpPr txBox="1"/>
          <p:nvPr/>
        </p:nvSpPr>
        <p:spPr>
          <a:xfrm>
            <a:off x="856488" y="502920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Source Sans 3 Light" panose="020B0303030403020204" pitchFamily="34" charset="0"/>
              </a:rPr>
              <a:t>Top</a:t>
            </a:r>
          </a:p>
        </p:txBody>
      </p:sp>
    </p:spTree>
    <p:extLst>
      <p:ext uri="{BB962C8B-B14F-4D97-AF65-F5344CB8AC3E}">
        <p14:creationId xmlns:p14="http://schemas.microsoft.com/office/powerpoint/2010/main" val="4011343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2CC7CE-91AF-85B4-1D1F-455920F36F4D}"/>
              </a:ext>
            </a:extLst>
          </p:cNvPr>
          <p:cNvSpPr/>
          <p:nvPr/>
        </p:nvSpPr>
        <p:spPr>
          <a:xfrm>
            <a:off x="374904" y="219456"/>
            <a:ext cx="11265408" cy="6300216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BFBC7B-335E-3E24-0210-3B7B8D813BE0}"/>
              </a:ext>
            </a:extLst>
          </p:cNvPr>
          <p:cNvSpPr txBox="1"/>
          <p:nvPr/>
        </p:nvSpPr>
        <p:spPr>
          <a:xfrm>
            <a:off x="551688" y="338328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 err="1">
                <a:latin typeface="Source Sans 3 Light" panose="020B0303030403020204" pitchFamily="34" charset="0"/>
              </a:rPr>
              <a:t>PEPartition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C90C01-5ACB-5357-8136-0829C02162D0}"/>
              </a:ext>
            </a:extLst>
          </p:cNvPr>
          <p:cNvSpPr/>
          <p:nvPr/>
        </p:nvSpPr>
        <p:spPr>
          <a:xfrm>
            <a:off x="210312" y="859536"/>
            <a:ext cx="466344" cy="48097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AXI Interface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3269E4-EE47-7830-E66D-393F6AC8C5CA}"/>
              </a:ext>
            </a:extLst>
          </p:cNvPr>
          <p:cNvSpPr/>
          <p:nvPr/>
        </p:nvSpPr>
        <p:spPr>
          <a:xfrm>
            <a:off x="1408176" y="859536"/>
            <a:ext cx="1229824" cy="48097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AXI2RVA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1017E3-AE72-C9A8-BA18-9A33F430FB27}"/>
              </a:ext>
            </a:extLst>
          </p:cNvPr>
          <p:cNvSpPr/>
          <p:nvPr/>
        </p:nvSpPr>
        <p:spPr>
          <a:xfrm>
            <a:off x="2959608" y="402336"/>
            <a:ext cx="8506968" cy="59710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D5A020-98C1-F5B5-F6D0-65ED0977336B}"/>
              </a:ext>
            </a:extLst>
          </p:cNvPr>
          <p:cNvSpPr txBox="1"/>
          <p:nvPr/>
        </p:nvSpPr>
        <p:spPr>
          <a:xfrm>
            <a:off x="3136392" y="490204"/>
            <a:ext cx="113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 err="1">
                <a:latin typeface="Source Sans 3 Light" panose="020B0303030403020204" pitchFamily="34" charset="0"/>
              </a:rPr>
              <a:t>PEModule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CD1472-BC3F-FA5A-AFEA-145DE7978160}"/>
              </a:ext>
            </a:extLst>
          </p:cNvPr>
          <p:cNvSpPr/>
          <p:nvPr/>
        </p:nvSpPr>
        <p:spPr>
          <a:xfrm>
            <a:off x="3369520" y="1709928"/>
            <a:ext cx="1229824" cy="310896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PERVA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2463BB-4FF0-F881-BC5C-A96AE4DCE278}"/>
              </a:ext>
            </a:extLst>
          </p:cNvPr>
          <p:cNvSpPr/>
          <p:nvPr/>
        </p:nvSpPr>
        <p:spPr>
          <a:xfrm>
            <a:off x="6472384" y="674870"/>
            <a:ext cx="4311440" cy="347829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ource Sans 3 Light" panose="020B0303030403020204" pitchFamily="34" charset="0"/>
              </a:rPr>
              <a:t>PECore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29D9AD-95B7-7536-1FAD-8F7CB745E2FE}"/>
              </a:ext>
            </a:extLst>
          </p:cNvPr>
          <p:cNvSpPr/>
          <p:nvPr/>
        </p:nvSpPr>
        <p:spPr>
          <a:xfrm>
            <a:off x="6472384" y="4343400"/>
            <a:ext cx="4311440" cy="183973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ActUnit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513124-8ED8-2064-0FA3-90AEB70AB2A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76656" y="3264408"/>
            <a:ext cx="73152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A55D-7D6C-F9C7-E997-1188A94C02C8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638000" y="3264408"/>
            <a:ext cx="73152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279BF3B-580D-5DFF-7E3C-FCCB44AF56C2}"/>
              </a:ext>
            </a:extLst>
          </p:cNvPr>
          <p:cNvCxnSpPr>
            <a:cxnSpLocks/>
          </p:cNvCxnSpPr>
          <p:nvPr/>
        </p:nvCxnSpPr>
        <p:spPr>
          <a:xfrm flipV="1">
            <a:off x="8628104" y="3767328"/>
            <a:ext cx="0" cy="92354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49354A0-CF03-640B-A575-642AC45AD487}"/>
              </a:ext>
            </a:extLst>
          </p:cNvPr>
          <p:cNvCxnSpPr>
            <a:cxnSpLocks/>
          </p:cNvCxnSpPr>
          <p:nvPr/>
        </p:nvCxnSpPr>
        <p:spPr>
          <a:xfrm>
            <a:off x="4599344" y="1889760"/>
            <a:ext cx="1873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04E9493-94F6-AD1F-66F3-566EF99A8704}"/>
              </a:ext>
            </a:extLst>
          </p:cNvPr>
          <p:cNvCxnSpPr>
            <a:cxnSpLocks/>
          </p:cNvCxnSpPr>
          <p:nvPr/>
        </p:nvCxnSpPr>
        <p:spPr>
          <a:xfrm>
            <a:off x="4599344" y="4611624"/>
            <a:ext cx="1873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4BBA673-6E22-7010-A0F9-0D89C7F0F4DD}"/>
              </a:ext>
            </a:extLst>
          </p:cNvPr>
          <p:cNvSpPr/>
          <p:nvPr/>
        </p:nvSpPr>
        <p:spPr>
          <a:xfrm>
            <a:off x="6629400" y="859536"/>
            <a:ext cx="1716024" cy="139903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Weight Buffer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19C69D-3365-5821-8CE4-CD2250E0F109}"/>
              </a:ext>
            </a:extLst>
          </p:cNvPr>
          <p:cNvSpPr/>
          <p:nvPr/>
        </p:nvSpPr>
        <p:spPr>
          <a:xfrm>
            <a:off x="6628616" y="2564892"/>
            <a:ext cx="253678" cy="139903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wordArtVert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703157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EBF915-E8F2-F43F-50B8-2F0A83D47E49}"/>
              </a:ext>
            </a:extLst>
          </p:cNvPr>
          <p:cNvSpPr/>
          <p:nvPr/>
        </p:nvSpPr>
        <p:spPr>
          <a:xfrm>
            <a:off x="338328" y="137160"/>
            <a:ext cx="11576304" cy="653796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33C2F7-F62E-1CC6-4907-D1DD7EC46299}"/>
              </a:ext>
            </a:extLst>
          </p:cNvPr>
          <p:cNvSpPr txBox="1"/>
          <p:nvPr/>
        </p:nvSpPr>
        <p:spPr>
          <a:xfrm>
            <a:off x="551688" y="338328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 err="1">
                <a:latin typeface="Source Sans 3 Light" panose="020B0303030403020204" pitchFamily="34" charset="0"/>
              </a:rPr>
              <a:t>GBPartition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26BF4A-7CDD-3F8E-C43C-DBBFEFCC118F}"/>
              </a:ext>
            </a:extLst>
          </p:cNvPr>
          <p:cNvSpPr/>
          <p:nvPr/>
        </p:nvSpPr>
        <p:spPr>
          <a:xfrm>
            <a:off x="210312" y="859536"/>
            <a:ext cx="466344" cy="480974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IN" b="1" dirty="0">
                <a:latin typeface="Source Sans 3 Light" panose="020B0303030403020204" pitchFamily="34" charset="0"/>
              </a:rPr>
              <a:t>AXI Interface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A7C13A-82BC-5328-FF36-7A79690C2847}"/>
              </a:ext>
            </a:extLst>
          </p:cNvPr>
          <p:cNvSpPr/>
          <p:nvPr/>
        </p:nvSpPr>
        <p:spPr>
          <a:xfrm>
            <a:off x="1408176" y="859536"/>
            <a:ext cx="1229824" cy="48097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ource Sans 3 Light" panose="020B0303030403020204" pitchFamily="34" charset="0"/>
              </a:rPr>
              <a:t>AXI2RVA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D5CEE3-DF89-0A6A-7049-7F6E7188B9D8}"/>
              </a:ext>
            </a:extLst>
          </p:cNvPr>
          <p:cNvSpPr/>
          <p:nvPr/>
        </p:nvSpPr>
        <p:spPr>
          <a:xfrm>
            <a:off x="2959608" y="402336"/>
            <a:ext cx="8680704" cy="59710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b="1" dirty="0">
              <a:latin typeface="Source Sans 3 Light" panose="020B0303030403020204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31B3B94-C879-7327-7C67-186B844631CD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76656" y="3264408"/>
            <a:ext cx="73152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2CEA18-9BCE-7C8B-F7A2-60DD931430F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638000" y="3264408"/>
            <a:ext cx="73152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922D12E-9FE0-5543-1E16-82DB1ADE7C13}"/>
              </a:ext>
            </a:extLst>
          </p:cNvPr>
          <p:cNvSpPr txBox="1"/>
          <p:nvPr/>
        </p:nvSpPr>
        <p:spPr>
          <a:xfrm>
            <a:off x="3081528" y="490204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 err="1">
                <a:latin typeface="Source Sans 3 Light" panose="020B0303030403020204" pitchFamily="34" charset="0"/>
              </a:rPr>
              <a:t>GBModule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F3D2A0-5A12-4554-80F6-0B1065C25626}"/>
              </a:ext>
            </a:extLst>
          </p:cNvPr>
          <p:cNvSpPr/>
          <p:nvPr/>
        </p:nvSpPr>
        <p:spPr>
          <a:xfrm>
            <a:off x="3369520" y="1709928"/>
            <a:ext cx="1229824" cy="310896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GBControl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A3B6C5-021C-8DB7-EC2C-C526840448F4}"/>
              </a:ext>
            </a:extLst>
          </p:cNvPr>
          <p:cNvSpPr/>
          <p:nvPr/>
        </p:nvSpPr>
        <p:spPr>
          <a:xfrm>
            <a:off x="5112976" y="996696"/>
            <a:ext cx="4526280" cy="4535424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err="1">
                <a:latin typeface="Source Sans 3 Light" panose="020B0303030403020204" pitchFamily="34" charset="0"/>
              </a:rPr>
              <a:t>GBCore</a:t>
            </a:r>
            <a:endParaRPr lang="en-IN" b="1" dirty="0">
              <a:latin typeface="Source Sans 3 Light" panose="020B0303030403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A22CC24-EF0A-A0A7-A5C2-7041F0D521FE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599344" y="3264408"/>
            <a:ext cx="51363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CEFAE388-7D48-34F6-FA3B-91DF8DB9E0DD}"/>
              </a:ext>
            </a:extLst>
          </p:cNvPr>
          <p:cNvSpPr/>
          <p:nvPr/>
        </p:nvSpPr>
        <p:spPr>
          <a:xfrm>
            <a:off x="9877044" y="2093976"/>
            <a:ext cx="1472184" cy="234086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ource Sans 3 Light" panose="020B0303030403020204" pitchFamily="34" charset="0"/>
              </a:rPr>
              <a:t>NMP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604FA9-BBAA-8EF5-0548-BC833EC1A35E}"/>
              </a:ext>
            </a:extLst>
          </p:cNvPr>
          <p:cNvCxnSpPr>
            <a:cxnSpLocks/>
          </p:cNvCxnSpPr>
          <p:nvPr/>
        </p:nvCxnSpPr>
        <p:spPr>
          <a:xfrm>
            <a:off x="9473184" y="3264408"/>
            <a:ext cx="61264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2334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616C4-0F61-1C32-A511-05684B47A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52195"/>
          </a:xfrm>
        </p:spPr>
        <p:txBody>
          <a:bodyPr>
            <a:normAutofit fontScale="90000"/>
          </a:bodyPr>
          <a:lstStyle/>
          <a:p>
            <a:r>
              <a:rPr lang="en-IN" dirty="0"/>
              <a:t>Unfused Path for Scaled Dot-Product Attention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55EC5-EBE3-B851-C641-56E0687BED85}"/>
              </a:ext>
            </a:extLst>
          </p:cNvPr>
          <p:cNvSpPr/>
          <p:nvPr/>
        </p:nvSpPr>
        <p:spPr>
          <a:xfrm>
            <a:off x="414528" y="2762123"/>
            <a:ext cx="2240280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Input Activation from GB Core (through Control)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1636-F116-4969-C0F4-4DC434463138}"/>
              </a:ext>
            </a:extLst>
          </p:cNvPr>
          <p:cNvSpPr/>
          <p:nvPr/>
        </p:nvSpPr>
        <p:spPr>
          <a:xfrm>
            <a:off x="3150108" y="2762123"/>
            <a:ext cx="2240280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err="1">
                <a:latin typeface="Source Sans 3 Light" panose="020B0303030403020204" pitchFamily="34" charset="0"/>
              </a:rPr>
              <a:t>PEPartition</a:t>
            </a:r>
            <a:endParaRPr lang="en-IN" dirty="0">
              <a:latin typeface="Source Sans 3 Light" panose="020B0303030403020204" pitchFamily="34" charset="0"/>
            </a:endParaRPr>
          </a:p>
          <a:p>
            <a:pPr algn="ctr"/>
            <a:r>
              <a:rPr lang="en-IN" dirty="0">
                <a:latin typeface="Source Sans 3 Light" panose="020B0303030403020204" pitchFamily="34" charset="0"/>
              </a:rPr>
              <a:t>(PECore + </a:t>
            </a:r>
            <a:r>
              <a:rPr lang="en-IN" dirty="0" err="1">
                <a:latin typeface="Source Sans 3 Light" panose="020B0303030403020204" pitchFamily="34" charset="0"/>
              </a:rPr>
              <a:t>ActUnit</a:t>
            </a:r>
            <a:r>
              <a:rPr lang="en-IN" dirty="0">
                <a:latin typeface="Source Sans 3 Light" panose="020B0303030403020204" pitchFamily="34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120CCE-7DDE-91DB-7060-370A97FD4B7C}"/>
              </a:ext>
            </a:extLst>
          </p:cNvPr>
          <p:cNvSpPr/>
          <p:nvPr/>
        </p:nvSpPr>
        <p:spPr>
          <a:xfrm>
            <a:off x="6557772" y="2762123"/>
            <a:ext cx="1842387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err="1">
                <a:latin typeface="Source Sans 3 Light" panose="020B0303030403020204" pitchFamily="34" charset="0"/>
              </a:rPr>
              <a:t>GBCore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9C70591-97C1-742F-2313-301B33F78A47}"/>
              </a:ext>
            </a:extLst>
          </p:cNvPr>
          <p:cNvSpPr/>
          <p:nvPr/>
        </p:nvSpPr>
        <p:spPr>
          <a:xfrm>
            <a:off x="8666923" y="2762123"/>
            <a:ext cx="1842387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NMP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3460A24-221A-9D82-A83B-4708D8480BB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654808" y="3219323"/>
            <a:ext cx="495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9F9D201-F3EF-9862-22D3-3CD522E1360F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390388" y="3219323"/>
            <a:ext cx="11673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309B5D-A12C-E87D-DE7A-97508BD0231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8400159" y="3219323"/>
            <a:ext cx="266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8E5E10D-92DA-BF02-C03C-F56EE3A2F7B2}"/>
              </a:ext>
            </a:extLst>
          </p:cNvPr>
          <p:cNvCxnSpPr>
            <a:cxnSpLocks/>
            <a:stCxn id="11" idx="3"/>
            <a:endCxn id="27" idx="1"/>
          </p:cNvCxnSpPr>
          <p:nvPr/>
        </p:nvCxnSpPr>
        <p:spPr>
          <a:xfrm>
            <a:off x="10509310" y="3219323"/>
            <a:ext cx="378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6D772B8-66C1-6638-0EAD-C7106FBD77F1}"/>
              </a:ext>
            </a:extLst>
          </p:cNvPr>
          <p:cNvSpPr txBox="1"/>
          <p:nvPr/>
        </p:nvSpPr>
        <p:spPr>
          <a:xfrm>
            <a:off x="5390388" y="2849991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GBControl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707AD0-1DDD-C50D-D1A5-E17FC137E8A8}"/>
              </a:ext>
            </a:extLst>
          </p:cNvPr>
          <p:cNvSpPr txBox="1"/>
          <p:nvPr/>
        </p:nvSpPr>
        <p:spPr>
          <a:xfrm>
            <a:off x="10887327" y="3034657"/>
            <a:ext cx="893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GBCore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85098-090F-5AE3-653E-AF1D7C94B2FA}"/>
              </a:ext>
            </a:extLst>
          </p:cNvPr>
          <p:cNvSpPr/>
          <p:nvPr/>
        </p:nvSpPr>
        <p:spPr>
          <a:xfrm>
            <a:off x="3150108" y="4102719"/>
            <a:ext cx="2240280" cy="17409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Loading Weight</a:t>
            </a:r>
          </a:p>
          <a:p>
            <a:pPr algn="ctr"/>
            <a:r>
              <a:rPr lang="en-IN" dirty="0">
                <a:latin typeface="Source Sans 3 Light" panose="020B0303030403020204" pitchFamily="34" charset="0"/>
              </a:rPr>
              <a:t>Buffer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231EA5-CC09-EEE2-A4EE-9AFE3541F44B}"/>
              </a:ext>
            </a:extLst>
          </p:cNvPr>
          <p:cNvCxnSpPr>
            <a:cxnSpLocks/>
            <a:stCxn id="37" idx="0"/>
            <a:endCxn id="6" idx="2"/>
          </p:cNvCxnSpPr>
          <p:nvPr/>
        </p:nvCxnSpPr>
        <p:spPr>
          <a:xfrm flipV="1">
            <a:off x="4270248" y="3676523"/>
            <a:ext cx="0" cy="426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6109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E0BB1-4E90-3C5D-205E-460FAACAB217}"/>
              </a:ext>
            </a:extLst>
          </p:cNvPr>
          <p:cNvSpPr txBox="1">
            <a:spLocks/>
          </p:cNvSpPr>
          <p:nvPr/>
        </p:nvSpPr>
        <p:spPr>
          <a:xfrm>
            <a:off x="-6290" y="137160"/>
            <a:ext cx="10515600" cy="1052195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dirty="0"/>
              <a:t>Fused Path for Scaled Dot-Product Attention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8A33DD-A6FD-2C8F-651D-4C818B2F94A2}"/>
              </a:ext>
            </a:extLst>
          </p:cNvPr>
          <p:cNvSpPr/>
          <p:nvPr/>
        </p:nvSpPr>
        <p:spPr>
          <a:xfrm>
            <a:off x="414528" y="2762123"/>
            <a:ext cx="2240280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Input Activation from GB Core (through Control)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F234FF-79CF-EDD7-0A6B-FBF3D506B615}"/>
              </a:ext>
            </a:extLst>
          </p:cNvPr>
          <p:cNvSpPr/>
          <p:nvPr/>
        </p:nvSpPr>
        <p:spPr>
          <a:xfrm>
            <a:off x="3150108" y="2762123"/>
            <a:ext cx="2240280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err="1">
                <a:latin typeface="Source Sans 3 Light" panose="020B0303030403020204" pitchFamily="34" charset="0"/>
              </a:rPr>
              <a:t>PEPartition</a:t>
            </a:r>
            <a:endParaRPr lang="en-IN" dirty="0">
              <a:latin typeface="Source Sans 3 Light" panose="020B0303030403020204" pitchFamily="34" charset="0"/>
            </a:endParaRPr>
          </a:p>
          <a:p>
            <a:pPr algn="ctr"/>
            <a:r>
              <a:rPr lang="en-IN" dirty="0">
                <a:latin typeface="Source Sans 3 Light" panose="020B0303030403020204" pitchFamily="34" charset="0"/>
              </a:rPr>
              <a:t>(PECore + </a:t>
            </a:r>
            <a:r>
              <a:rPr lang="en-IN" dirty="0" err="1">
                <a:latin typeface="Source Sans 3 Light" panose="020B0303030403020204" pitchFamily="34" charset="0"/>
              </a:rPr>
              <a:t>ActUnit</a:t>
            </a:r>
            <a:r>
              <a:rPr lang="en-IN" dirty="0">
                <a:latin typeface="Source Sans 3 Light" panose="020B0303030403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708FBD-E22E-3BDD-F19D-2C289C02567C}"/>
              </a:ext>
            </a:extLst>
          </p:cNvPr>
          <p:cNvSpPr/>
          <p:nvPr/>
        </p:nvSpPr>
        <p:spPr>
          <a:xfrm>
            <a:off x="6557772" y="2762123"/>
            <a:ext cx="1842387" cy="914400"/>
          </a:xfrm>
          <a:prstGeom prst="rect">
            <a:avLst/>
          </a:prstGeom>
          <a:noFill/>
          <a:ln w="9525" cap="flat" cmpd="sng" algn="ctr">
            <a:solidFill>
              <a:schemeClr val="bg2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err="1">
                <a:solidFill>
                  <a:schemeClr val="bg2">
                    <a:lumMod val="90000"/>
                  </a:schemeClr>
                </a:solidFill>
                <a:latin typeface="Source Sans 3 Light" panose="020B0303030403020204" pitchFamily="34" charset="0"/>
              </a:rPr>
              <a:t>GBCore</a:t>
            </a:r>
            <a:endParaRPr lang="en-IN" dirty="0">
              <a:solidFill>
                <a:schemeClr val="bg2">
                  <a:lumMod val="90000"/>
                </a:schemeClr>
              </a:solidFill>
              <a:latin typeface="Source Sans 3 Light" panose="020B0303030403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43CEF7-248F-1FF0-8E53-9E0EC82CE359}"/>
              </a:ext>
            </a:extLst>
          </p:cNvPr>
          <p:cNvSpPr/>
          <p:nvPr/>
        </p:nvSpPr>
        <p:spPr>
          <a:xfrm>
            <a:off x="8666923" y="2762123"/>
            <a:ext cx="1842387" cy="91440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NMP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F7353F6-E3F1-9983-CA00-3AE929204754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2654808" y="3219323"/>
            <a:ext cx="4953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CB4306-2578-3443-A918-F9BE284D51FE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5390388" y="3219323"/>
            <a:ext cx="1167384" cy="0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D308C9-2589-FF51-C548-972D574EF44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8400159" y="3219323"/>
            <a:ext cx="266764" cy="0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B4C514D-F332-2297-44DC-51A3AECF3231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>
            <a:off x="10509310" y="3219323"/>
            <a:ext cx="37801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14173A-D4F8-1F6B-6F3E-19C417329330}"/>
              </a:ext>
            </a:extLst>
          </p:cNvPr>
          <p:cNvSpPr txBox="1"/>
          <p:nvPr/>
        </p:nvSpPr>
        <p:spPr>
          <a:xfrm>
            <a:off x="5390388" y="2849991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solidFill>
                  <a:schemeClr val="bg2">
                    <a:lumMod val="90000"/>
                  </a:schemeClr>
                </a:solidFill>
                <a:latin typeface="Source Sans 3 Light" panose="020B0303030403020204" pitchFamily="34" charset="0"/>
              </a:rPr>
              <a:t>GBControl</a:t>
            </a:r>
            <a:endParaRPr lang="en-IN" dirty="0">
              <a:solidFill>
                <a:schemeClr val="bg2">
                  <a:lumMod val="90000"/>
                </a:schemeClr>
              </a:solidFill>
              <a:latin typeface="Source Sans 3 Light" panose="020B03030304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1F88D-5D54-F36E-C9D0-B99981101686}"/>
              </a:ext>
            </a:extLst>
          </p:cNvPr>
          <p:cNvSpPr txBox="1"/>
          <p:nvPr/>
        </p:nvSpPr>
        <p:spPr>
          <a:xfrm>
            <a:off x="10887327" y="3034657"/>
            <a:ext cx="893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GBCore</a:t>
            </a:r>
            <a:endParaRPr lang="en-IN" dirty="0">
              <a:latin typeface="Source Sans 3 Light" panose="020B0303030403020204" pitchFamily="34" charset="0"/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C107CFF-09EB-3A49-C8E0-A5345ED90FB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rot="5400000" flipH="1" flipV="1">
            <a:off x="6929182" y="103189"/>
            <a:ext cx="12700" cy="531786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0048DB5-92A9-D373-D84E-5E8E50A090B9}"/>
              </a:ext>
            </a:extLst>
          </p:cNvPr>
          <p:cNvSpPr/>
          <p:nvPr/>
        </p:nvSpPr>
        <p:spPr>
          <a:xfrm>
            <a:off x="3150108" y="4102719"/>
            <a:ext cx="2240280" cy="1740932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Loading Weight</a:t>
            </a:r>
          </a:p>
          <a:p>
            <a:pPr algn="ctr"/>
            <a:r>
              <a:rPr lang="en-IN" dirty="0">
                <a:latin typeface="Source Sans 3 Light" panose="020B0303030403020204" pitchFamily="34" charset="0"/>
              </a:rPr>
              <a:t>Buffer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5B5817D-0D60-7509-336D-A4F34841DAC7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4270248" y="3676523"/>
            <a:ext cx="0" cy="4261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D398377-0EF5-0EC4-1B9C-9E56256BA51D}"/>
              </a:ext>
            </a:extLst>
          </p:cNvPr>
          <p:cNvCxnSpPr>
            <a:cxnSpLocks/>
            <a:stCxn id="6" idx="2"/>
            <a:endCxn id="4" idx="1"/>
          </p:cNvCxnSpPr>
          <p:nvPr/>
        </p:nvCxnSpPr>
        <p:spPr>
          <a:xfrm rot="5400000" flipH="1">
            <a:off x="6140513" y="228919"/>
            <a:ext cx="457200" cy="6438009"/>
          </a:xfrm>
          <a:prstGeom prst="bentConnector4">
            <a:avLst>
              <a:gd name="adj1" fmla="val -50000"/>
              <a:gd name="adj2" fmla="val 103551"/>
            </a:avLst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1329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1BA08C-10B1-3C4A-AF62-20318184F69C}"/>
              </a:ext>
            </a:extLst>
          </p:cNvPr>
          <p:cNvSpPr/>
          <p:nvPr/>
        </p:nvSpPr>
        <p:spPr>
          <a:xfrm>
            <a:off x="2497393" y="1659193"/>
            <a:ext cx="7197213" cy="353961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800" dirty="0">
                <a:latin typeface="Source Sans 3 Light" panose="020B0303030403020204" pitchFamily="34" charset="0"/>
              </a:rPr>
              <a:t>Attention Unit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D348B3-0FE8-5DB9-6CCE-93C0B9923DA5}"/>
              </a:ext>
            </a:extLst>
          </p:cNvPr>
          <p:cNvSpPr txBox="1"/>
          <p:nvPr/>
        </p:nvSpPr>
        <p:spPr>
          <a:xfrm>
            <a:off x="2649793" y="3244334"/>
            <a:ext cx="1088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attn_start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254D26-4548-CC73-DDBB-AD72AD152A1D}"/>
              </a:ext>
            </a:extLst>
          </p:cNvPr>
          <p:cNvSpPr txBox="1"/>
          <p:nvPr/>
        </p:nvSpPr>
        <p:spPr>
          <a:xfrm>
            <a:off x="8109764" y="2050026"/>
            <a:ext cx="143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dirty="0" err="1">
                <a:latin typeface="Source Sans 3 Light" panose="020B0303030403020204" pitchFamily="34" charset="0"/>
              </a:rPr>
              <a:t>attn_rva_out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3E34D5-EB58-DA75-DA3B-8FFD2CF77F13}"/>
              </a:ext>
            </a:extLst>
          </p:cNvPr>
          <p:cNvSpPr txBox="1"/>
          <p:nvPr/>
        </p:nvSpPr>
        <p:spPr>
          <a:xfrm>
            <a:off x="2649793" y="2050026"/>
            <a:ext cx="1283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attn_rva_in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EC396C-74A1-5A0E-800E-DC257E48E6F4}"/>
              </a:ext>
            </a:extLst>
          </p:cNvPr>
          <p:cNvSpPr txBox="1"/>
          <p:nvPr/>
        </p:nvSpPr>
        <p:spPr>
          <a:xfrm>
            <a:off x="8348098" y="3244055"/>
            <a:ext cx="1194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dirty="0" err="1">
                <a:latin typeface="Source Sans 3 Light" panose="020B0303030403020204" pitchFamily="34" charset="0"/>
              </a:rPr>
              <a:t>attn_done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466AF4-DF0D-2F35-ABE0-E71F529452DC}"/>
              </a:ext>
            </a:extLst>
          </p:cNvPr>
          <p:cNvSpPr txBox="1"/>
          <p:nvPr/>
        </p:nvSpPr>
        <p:spPr>
          <a:xfrm>
            <a:off x="2649793" y="4438643"/>
            <a:ext cx="1608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>
                <a:latin typeface="Source Sans 3 Light" panose="020B0303030403020204" pitchFamily="34" charset="0"/>
              </a:rPr>
              <a:t>attn_large_req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E634A-9822-2B21-1142-C916383C9ACB}"/>
              </a:ext>
            </a:extLst>
          </p:cNvPr>
          <p:cNvSpPr txBox="1"/>
          <p:nvPr/>
        </p:nvSpPr>
        <p:spPr>
          <a:xfrm>
            <a:off x="7942474" y="4438643"/>
            <a:ext cx="1599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IN" dirty="0" err="1">
                <a:latin typeface="Source Sans 3 Light" panose="020B0303030403020204" pitchFamily="34" charset="0"/>
              </a:rPr>
              <a:t>attn_large_rsp</a:t>
            </a:r>
            <a:endParaRPr lang="en-IN" dirty="0">
              <a:latin typeface="Source Sans 3 Light" panose="020B03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4708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B3DD11-C392-152E-9900-5B762159B231}"/>
              </a:ext>
            </a:extLst>
          </p:cNvPr>
          <p:cNvSpPr/>
          <p:nvPr/>
        </p:nvSpPr>
        <p:spPr>
          <a:xfrm>
            <a:off x="2762864" y="290049"/>
            <a:ext cx="1440000" cy="14400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Q</a:t>
            </a:r>
            <a:r>
              <a:rPr lang="en-IN" baseline="-25000" dirty="0">
                <a:latin typeface="Source Sans 3 Light" panose="020B0303030403020204" pitchFamily="34" charset="0"/>
              </a:rPr>
              <a:t>0:15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48A273-033A-42FF-37F9-115F66BD0557}"/>
              </a:ext>
            </a:extLst>
          </p:cNvPr>
          <p:cNvSpPr/>
          <p:nvPr/>
        </p:nvSpPr>
        <p:spPr>
          <a:xfrm>
            <a:off x="2762865" y="1730050"/>
            <a:ext cx="1440000" cy="1440000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Q</a:t>
            </a:r>
            <a:r>
              <a:rPr lang="en-IN" baseline="-25000" dirty="0">
                <a:latin typeface="Source Sans 3 Light" panose="020B0303030403020204" pitchFamily="34" charset="0"/>
              </a:rPr>
              <a:t>16:31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1D1AC7-30FD-8EE6-B8B5-4F0CB249F68A}"/>
              </a:ext>
            </a:extLst>
          </p:cNvPr>
          <p:cNvSpPr/>
          <p:nvPr/>
        </p:nvSpPr>
        <p:spPr>
          <a:xfrm>
            <a:off x="2762864" y="3170050"/>
            <a:ext cx="1440000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Q</a:t>
            </a:r>
            <a:r>
              <a:rPr lang="en-IN" baseline="-25000" dirty="0">
                <a:latin typeface="Source Sans 3 Light" panose="020B0303030403020204" pitchFamily="34" charset="0"/>
              </a:rPr>
              <a:t>32:47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0D4BA-B497-EE1F-832F-7037581C6221}"/>
              </a:ext>
            </a:extLst>
          </p:cNvPr>
          <p:cNvSpPr/>
          <p:nvPr/>
        </p:nvSpPr>
        <p:spPr>
          <a:xfrm>
            <a:off x="2762864" y="4610050"/>
            <a:ext cx="144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horz"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Q</a:t>
            </a:r>
            <a:r>
              <a:rPr lang="en-IN" baseline="-25000" dirty="0">
                <a:latin typeface="Source Sans 3 Light" panose="020B0303030403020204" pitchFamily="34" charset="0"/>
              </a:rPr>
              <a:t>48:63</a:t>
            </a:r>
            <a:endParaRPr lang="en-IN" dirty="0">
              <a:latin typeface="Source Sans 3 Light" panose="020B0303030403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826D7E-3815-B632-F77A-229F1DC27F1D}"/>
              </a:ext>
            </a:extLst>
          </p:cNvPr>
          <p:cNvCxnSpPr>
            <a:cxnSpLocks/>
          </p:cNvCxnSpPr>
          <p:nvPr/>
        </p:nvCxnSpPr>
        <p:spPr>
          <a:xfrm>
            <a:off x="2460309" y="290049"/>
            <a:ext cx="0" cy="57600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EF567B-EA2D-C5A7-DEE6-00FC3B8CDB9E}"/>
              </a:ext>
            </a:extLst>
          </p:cNvPr>
          <p:cNvCxnSpPr>
            <a:cxnSpLocks/>
          </p:cNvCxnSpPr>
          <p:nvPr/>
        </p:nvCxnSpPr>
        <p:spPr>
          <a:xfrm>
            <a:off x="2762864" y="6309636"/>
            <a:ext cx="144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6D612F-F468-9405-0E1D-66E00AA45F10}"/>
              </a:ext>
            </a:extLst>
          </p:cNvPr>
          <p:cNvSpPr txBox="1"/>
          <p:nvPr/>
        </p:nvSpPr>
        <p:spPr>
          <a:xfrm>
            <a:off x="2005781" y="2900516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64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CC142B-F2C5-78A3-59B8-E49A1D19BF51}"/>
              </a:ext>
            </a:extLst>
          </p:cNvPr>
          <p:cNvSpPr txBox="1"/>
          <p:nvPr/>
        </p:nvSpPr>
        <p:spPr>
          <a:xfrm>
            <a:off x="3267100" y="6309636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16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4C71C7-67F3-2FEF-FFFE-13FDD6000F8D}"/>
              </a:ext>
            </a:extLst>
          </p:cNvPr>
          <p:cNvCxnSpPr>
            <a:cxnSpLocks/>
          </p:cNvCxnSpPr>
          <p:nvPr/>
        </p:nvCxnSpPr>
        <p:spPr>
          <a:xfrm>
            <a:off x="10935078" y="290049"/>
            <a:ext cx="0" cy="14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D0C37F-F3F8-C12A-F013-C530D29D6158}"/>
              </a:ext>
            </a:extLst>
          </p:cNvPr>
          <p:cNvSpPr txBox="1"/>
          <p:nvPr/>
        </p:nvSpPr>
        <p:spPr>
          <a:xfrm>
            <a:off x="10935078" y="825383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16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AC8382C-0A7C-F0EE-0290-496E556E05F8}"/>
              </a:ext>
            </a:extLst>
          </p:cNvPr>
          <p:cNvSpPr/>
          <p:nvPr/>
        </p:nvSpPr>
        <p:spPr>
          <a:xfrm>
            <a:off x="9258252" y="290049"/>
            <a:ext cx="1440000" cy="1440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K</a:t>
            </a:r>
            <a:r>
              <a:rPr lang="en-IN" baseline="-25000" dirty="0">
                <a:latin typeface="Source Sans 3 Light" panose="020B0303030403020204" pitchFamily="34" charset="0"/>
              </a:rPr>
              <a:t>48:63</a:t>
            </a:r>
            <a:endParaRPr lang="en-IN" dirty="0">
              <a:latin typeface="Source Sans 3 Light" panose="020B0303030403020204" pitchFamily="34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F2BF40-DBA2-A682-4B73-A9C2404E0C7B}"/>
              </a:ext>
            </a:extLst>
          </p:cNvPr>
          <p:cNvCxnSpPr>
            <a:cxnSpLocks/>
          </p:cNvCxnSpPr>
          <p:nvPr/>
        </p:nvCxnSpPr>
        <p:spPr>
          <a:xfrm>
            <a:off x="4938252" y="1904785"/>
            <a:ext cx="57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24D95AD-CE01-FD56-482C-7A394AE17CCD}"/>
              </a:ext>
            </a:extLst>
          </p:cNvPr>
          <p:cNvSpPr txBox="1"/>
          <p:nvPr/>
        </p:nvSpPr>
        <p:spPr>
          <a:xfrm>
            <a:off x="7602488" y="1904785"/>
            <a:ext cx="405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64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C4B383-6087-A668-85EC-46B2FDBB20DE}"/>
              </a:ext>
            </a:extLst>
          </p:cNvPr>
          <p:cNvSpPr/>
          <p:nvPr/>
        </p:nvSpPr>
        <p:spPr>
          <a:xfrm>
            <a:off x="4938252" y="290049"/>
            <a:ext cx="1440000" cy="1440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K</a:t>
            </a:r>
            <a:r>
              <a:rPr lang="en-IN" baseline="-25000" dirty="0">
                <a:latin typeface="Source Sans 3 Light" panose="020B0303030403020204" pitchFamily="34" charset="0"/>
              </a:rPr>
              <a:t>0:15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8FA84B-9FE7-230F-02FA-0D90B6398633}"/>
              </a:ext>
            </a:extLst>
          </p:cNvPr>
          <p:cNvSpPr/>
          <p:nvPr/>
        </p:nvSpPr>
        <p:spPr>
          <a:xfrm>
            <a:off x="6378252" y="290049"/>
            <a:ext cx="1440000" cy="1440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K</a:t>
            </a:r>
            <a:r>
              <a:rPr lang="en-IN" baseline="-25000" dirty="0">
                <a:latin typeface="Source Sans 3 Light" panose="020B0303030403020204" pitchFamily="34" charset="0"/>
              </a:rPr>
              <a:t>16:31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4A5C5DA-0995-5B56-A4BF-5E4890A04716}"/>
              </a:ext>
            </a:extLst>
          </p:cNvPr>
          <p:cNvSpPr/>
          <p:nvPr/>
        </p:nvSpPr>
        <p:spPr>
          <a:xfrm>
            <a:off x="7818252" y="290049"/>
            <a:ext cx="1440000" cy="14400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>
                <a:latin typeface="Source Sans 3 Light" panose="020B0303030403020204" pitchFamily="34" charset="0"/>
              </a:rPr>
              <a:t>K</a:t>
            </a:r>
            <a:r>
              <a:rPr lang="en-IN" baseline="-25000" dirty="0">
                <a:latin typeface="Source Sans 3 Light" panose="020B0303030403020204" pitchFamily="34" charset="0"/>
              </a:rPr>
              <a:t>32:47</a:t>
            </a:r>
            <a:endParaRPr lang="en-IN" dirty="0">
              <a:latin typeface="Source Sans 3 Light" panose="020B0303030403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FF160C-EB6A-135D-19A0-D55CFD1E5AEB}"/>
              </a:ext>
            </a:extLst>
          </p:cNvPr>
          <p:cNvSpPr txBox="1"/>
          <p:nvPr/>
        </p:nvSpPr>
        <p:spPr>
          <a:xfrm>
            <a:off x="7311767" y="2274117"/>
            <a:ext cx="963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K Matrix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5BFF2D-3FAF-4AC4-99AF-6A79396C81A5}"/>
              </a:ext>
            </a:extLst>
          </p:cNvPr>
          <p:cNvSpPr txBox="1"/>
          <p:nvPr/>
        </p:nvSpPr>
        <p:spPr>
          <a:xfrm>
            <a:off x="992811" y="2900516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Q Matrix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856DFD-916A-5FE7-C29E-8154D0E0B7E8}"/>
              </a:ext>
            </a:extLst>
          </p:cNvPr>
          <p:cNvSpPr txBox="1"/>
          <p:nvPr/>
        </p:nvSpPr>
        <p:spPr>
          <a:xfrm>
            <a:off x="4565393" y="3705384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Q Tile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6D9264-DCED-5322-CED6-1A125A0046F9}"/>
              </a:ext>
            </a:extLst>
          </p:cNvPr>
          <p:cNvSpPr txBox="1"/>
          <p:nvPr/>
        </p:nvSpPr>
        <p:spPr>
          <a:xfrm>
            <a:off x="6096000" y="27158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latin typeface="Source Sans 3 Light" panose="020B0303030403020204" pitchFamily="34" charset="0"/>
              </a:rPr>
              <a:t>K Tile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1DD14DE-C572-FE40-12D5-24A1C5D5BA93}"/>
              </a:ext>
            </a:extLst>
          </p:cNvPr>
          <p:cNvCxnSpPr>
            <a:cxnSpLocks/>
            <a:stCxn id="33" idx="0"/>
            <a:endCxn id="6" idx="3"/>
          </p:cNvCxnSpPr>
          <p:nvPr/>
        </p:nvCxnSpPr>
        <p:spPr>
          <a:xfrm flipH="1" flipV="1">
            <a:off x="4202865" y="2450050"/>
            <a:ext cx="735387" cy="1255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992FC6-6CCF-0D45-A159-CCFA8B7B14C1}"/>
              </a:ext>
            </a:extLst>
          </p:cNvPr>
          <p:cNvCxnSpPr>
            <a:cxnSpLocks/>
            <a:stCxn id="34" idx="0"/>
            <a:endCxn id="28" idx="2"/>
          </p:cNvCxnSpPr>
          <p:nvPr/>
        </p:nvCxnSpPr>
        <p:spPr>
          <a:xfrm flipV="1">
            <a:off x="6454432" y="1730049"/>
            <a:ext cx="643820" cy="98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2835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019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</TotalTime>
  <Words>135</Words>
  <Application>Microsoft Office PowerPoint</Application>
  <PresentationFormat>Widescreen</PresentationFormat>
  <Paragraphs>65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Source Sans 3 Light</vt:lpstr>
      <vt:lpstr>Office Theme</vt:lpstr>
      <vt:lpstr>PowerPoint Presentation</vt:lpstr>
      <vt:lpstr>PowerPoint Presentation</vt:lpstr>
      <vt:lpstr>PowerPoint Presentation</vt:lpstr>
      <vt:lpstr>Unfused Path for Scaled Dot-Product Attention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Rishabh Pomaje</dc:creator>
  <cp:lastModifiedBy>Rishabh Pomaje</cp:lastModifiedBy>
  <cp:revision>6</cp:revision>
  <dcterms:created xsi:type="dcterms:W3CDTF">2026-03-07T23:15:13Z</dcterms:created>
  <dcterms:modified xsi:type="dcterms:W3CDTF">2026-03-08T23:02:37Z</dcterms:modified>
</cp:coreProperties>
</file>